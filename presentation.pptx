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9" r:id="rId4"/>
    <p:sldId id="260" r:id="rId5"/>
    <p:sldId id="261" r:id="rId6"/>
    <p:sldId id="262" r:id="rId7"/>
    <p:sldId id="263" r:id="rId8"/>
    <p:sldId id="265" r:id="rId9"/>
    <p:sldId id="270" r:id="rId10"/>
    <p:sldId id="269" r:id="rId11"/>
    <p:sldId id="264" r:id="rId12"/>
    <p:sldId id="272" r:id="rId13"/>
    <p:sldId id="274" r:id="rId14"/>
    <p:sldId id="266" r:id="rId15"/>
    <p:sldId id="267" r:id="rId16"/>
    <p:sldId id="271"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CCD531-1C8F-45EA-97D2-DD1E446F83D4}" v="155" dt="2025-03-25T16:58:34.0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leste Araceli Lopez Boulton" userId="S::lopezboulton-c@webmail.uwinnipeg.ca::97082120-51f3-4f9a-906e-866e30b0fa94" providerId="AD" clId="Web-{202E33E1-A9BC-21EE-B8FA-7CD6C6DA4ABA}"/>
    <pc:docChg chg="modSld">
      <pc:chgData name="Celeste Araceli Lopez Boulton" userId="S::lopezboulton-c@webmail.uwinnipeg.ca::97082120-51f3-4f9a-906e-866e30b0fa94" providerId="AD" clId="Web-{202E33E1-A9BC-21EE-B8FA-7CD6C6DA4ABA}" dt="2025-03-19T18:32:42.054" v="722" actId="20577"/>
      <pc:docMkLst>
        <pc:docMk/>
      </pc:docMkLst>
      <pc:sldChg chg="modSp">
        <pc:chgData name="Celeste Araceli Lopez Boulton" userId="S::lopezboulton-c@webmail.uwinnipeg.ca::97082120-51f3-4f9a-906e-866e30b0fa94" providerId="AD" clId="Web-{202E33E1-A9BC-21EE-B8FA-7CD6C6DA4ABA}" dt="2025-03-19T18:28:24.426" v="456" actId="20577"/>
        <pc:sldMkLst>
          <pc:docMk/>
          <pc:sldMk cId="997759297" sldId="259"/>
        </pc:sldMkLst>
      </pc:sldChg>
      <pc:sldChg chg="addSp delSp modSp mod setBg">
        <pc:chgData name="Celeste Araceli Lopez Boulton" userId="S::lopezboulton-c@webmail.uwinnipeg.ca::97082120-51f3-4f9a-906e-866e30b0fa94" providerId="AD" clId="Web-{202E33E1-A9BC-21EE-B8FA-7CD6C6DA4ABA}" dt="2025-03-19T18:28:20.051" v="455" actId="20577"/>
        <pc:sldMkLst>
          <pc:docMk/>
          <pc:sldMk cId="4198774309" sldId="260"/>
        </pc:sldMkLst>
        <pc:spChg chg="mod">
          <ac:chgData name="Celeste Araceli Lopez Boulton" userId="S::lopezboulton-c@webmail.uwinnipeg.ca::97082120-51f3-4f9a-906e-866e30b0fa94" providerId="AD" clId="Web-{202E33E1-A9BC-21EE-B8FA-7CD6C6DA4ABA}" dt="2025-03-19T18:26:54.535" v="436"/>
          <ac:spMkLst>
            <pc:docMk/>
            <pc:sldMk cId="4198774309" sldId="260"/>
            <ac:spMk id="2" creationId="{988AFE55-AC80-2C68-07DD-13A6BBB95AD2}"/>
          </ac:spMkLst>
        </pc:spChg>
        <pc:picChg chg="add mod modCrop">
          <ac:chgData name="Celeste Araceli Lopez Boulton" userId="S::lopezboulton-c@webmail.uwinnipeg.ca::97082120-51f3-4f9a-906e-866e30b0fa94" providerId="AD" clId="Web-{202E33E1-A9BC-21EE-B8FA-7CD6C6DA4ABA}" dt="2025-03-19T18:27:28.066" v="442"/>
          <ac:picMkLst>
            <pc:docMk/>
            <pc:sldMk cId="4198774309" sldId="260"/>
            <ac:picMk id="4" creationId="{EE57E129-8F7F-D249-9021-F7E575BAE7DC}"/>
          </ac:picMkLst>
        </pc:picChg>
      </pc:sldChg>
      <pc:sldChg chg="modSp">
        <pc:chgData name="Celeste Araceli Lopez Boulton" userId="S::lopezboulton-c@webmail.uwinnipeg.ca::97082120-51f3-4f9a-906e-866e30b0fa94" providerId="AD" clId="Web-{202E33E1-A9BC-21EE-B8FA-7CD6C6DA4ABA}" dt="2025-03-19T18:32:42.054" v="722" actId="20577"/>
        <pc:sldMkLst>
          <pc:docMk/>
          <pc:sldMk cId="1890467871" sldId="261"/>
        </pc:sldMkLst>
        <pc:spChg chg="mod">
          <ac:chgData name="Celeste Araceli Lopez Boulton" userId="S::lopezboulton-c@webmail.uwinnipeg.ca::97082120-51f3-4f9a-906e-866e30b0fa94" providerId="AD" clId="Web-{202E33E1-A9BC-21EE-B8FA-7CD6C6DA4ABA}" dt="2025-03-19T18:28:40.223" v="457" actId="20577"/>
          <ac:spMkLst>
            <pc:docMk/>
            <pc:sldMk cId="1890467871" sldId="261"/>
            <ac:spMk id="2" creationId="{EEFBEDE6-3A20-06C0-A89C-71844D0DB233}"/>
          </ac:spMkLst>
        </pc:spChg>
      </pc:sldChg>
    </pc:docChg>
  </pc:docChgLst>
  <pc:docChgLst>
    <pc:chgData name="Celeste Araceli Lopez Boulton" userId="S::lopezboulton-c@webmail.uwinnipeg.ca::97082120-51f3-4f9a-906e-866e30b0fa94" providerId="AD" clId="Web-{C7F5C684-AA81-1C9D-7F0B-4A016360E08A}"/>
    <pc:docChg chg="modSld">
      <pc:chgData name="Celeste Araceli Lopez Boulton" userId="S::lopezboulton-c@webmail.uwinnipeg.ca::97082120-51f3-4f9a-906e-866e30b0fa94" providerId="AD" clId="Web-{C7F5C684-AA81-1C9D-7F0B-4A016360E08A}" dt="2025-03-22T15:04:33.583" v="265" actId="20577"/>
      <pc:docMkLst>
        <pc:docMk/>
      </pc:docMkLst>
      <pc:sldChg chg="addSp delSp modSp">
        <pc:chgData name="Celeste Araceli Lopez Boulton" userId="S::lopezboulton-c@webmail.uwinnipeg.ca::97082120-51f3-4f9a-906e-866e30b0fa94" providerId="AD" clId="Web-{C7F5C684-AA81-1C9D-7F0B-4A016360E08A}" dt="2025-03-22T15:04:33.583" v="265" actId="20577"/>
        <pc:sldMkLst>
          <pc:docMk/>
          <pc:sldMk cId="868102763" sldId="264"/>
        </pc:sldMkLst>
        <pc:spChg chg="mod">
          <ac:chgData name="Celeste Araceli Lopez Boulton" userId="S::lopezboulton-c@webmail.uwinnipeg.ca::97082120-51f3-4f9a-906e-866e30b0fa94" providerId="AD" clId="Web-{C7F5C684-AA81-1C9D-7F0B-4A016360E08A}" dt="2025-03-22T15:04:33.583" v="265" actId="20577"/>
          <ac:spMkLst>
            <pc:docMk/>
            <pc:sldMk cId="868102763" sldId="264"/>
            <ac:spMk id="3" creationId="{0CF19467-04EC-97C2-56CF-BCCFCB5F01EC}"/>
          </ac:spMkLst>
        </pc:spChg>
        <pc:spChg chg="add mod">
          <ac:chgData name="Celeste Araceli Lopez Boulton" userId="S::lopezboulton-c@webmail.uwinnipeg.ca::97082120-51f3-4f9a-906e-866e30b0fa94" providerId="AD" clId="Web-{C7F5C684-AA81-1C9D-7F0B-4A016360E08A}" dt="2025-03-22T15:02:55.518" v="232" actId="1076"/>
          <ac:spMkLst>
            <pc:docMk/>
            <pc:sldMk cId="868102763" sldId="264"/>
            <ac:spMk id="5" creationId="{F327A56A-AEB5-9FCD-B7C3-6725CC509F00}"/>
          </ac:spMkLst>
        </pc:spChg>
      </pc:sldChg>
    </pc:docChg>
  </pc:docChgLst>
  <pc:docChgLst>
    <pc:chgData name="Celeste Araceli Lopez Boulton" userId="S::lopezboulton-c@webmail.uwinnipeg.ca::97082120-51f3-4f9a-906e-866e30b0fa94" providerId="AD" clId="Web-{9DE631E5-6140-5BF1-F967-9CAD8320DC8A}"/>
    <pc:docChg chg="modSld">
      <pc:chgData name="Celeste Araceli Lopez Boulton" userId="S::lopezboulton-c@webmail.uwinnipeg.ca::97082120-51f3-4f9a-906e-866e30b0fa94" providerId="AD" clId="Web-{9DE631E5-6140-5BF1-F967-9CAD8320DC8A}" dt="2025-03-23T14:33:12.919" v="240" actId="14100"/>
      <pc:docMkLst>
        <pc:docMk/>
      </pc:docMkLst>
      <pc:sldChg chg="addSp delSp modSp mod setBg">
        <pc:chgData name="Celeste Araceli Lopez Boulton" userId="S::lopezboulton-c@webmail.uwinnipeg.ca::97082120-51f3-4f9a-906e-866e30b0fa94" providerId="AD" clId="Web-{9DE631E5-6140-5BF1-F967-9CAD8320DC8A}" dt="2025-03-23T14:25:58.473" v="195"/>
        <pc:sldMkLst>
          <pc:docMk/>
          <pc:sldMk cId="997759297" sldId="259"/>
        </pc:sldMkLst>
        <pc:spChg chg="mod">
          <ac:chgData name="Celeste Araceli Lopez Boulton" userId="S::lopezboulton-c@webmail.uwinnipeg.ca::97082120-51f3-4f9a-906e-866e30b0fa94" providerId="AD" clId="Web-{9DE631E5-6140-5BF1-F967-9CAD8320DC8A}" dt="2025-03-23T14:25:58.442" v="194"/>
          <ac:spMkLst>
            <pc:docMk/>
            <pc:sldMk cId="997759297" sldId="259"/>
            <ac:spMk id="2" creationId="{7E123580-F0CC-DE7A-2183-26664A7E4D18}"/>
          </ac:spMkLst>
        </pc:spChg>
        <pc:spChg chg="add">
          <ac:chgData name="Celeste Araceli Lopez Boulton" userId="S::lopezboulton-c@webmail.uwinnipeg.ca::97082120-51f3-4f9a-906e-866e30b0fa94" providerId="AD" clId="Web-{9DE631E5-6140-5BF1-F967-9CAD8320DC8A}" dt="2025-03-23T14:25:58.473" v="195"/>
          <ac:spMkLst>
            <pc:docMk/>
            <pc:sldMk cId="997759297" sldId="259"/>
            <ac:spMk id="30" creationId="{C05CBC3C-2E5A-4839-8B9B-2E5A6ADF0F58}"/>
          </ac:spMkLst>
        </pc:spChg>
        <pc:spChg chg="add">
          <ac:chgData name="Celeste Araceli Lopez Boulton" userId="S::lopezboulton-c@webmail.uwinnipeg.ca::97082120-51f3-4f9a-906e-866e30b0fa94" providerId="AD" clId="Web-{9DE631E5-6140-5BF1-F967-9CAD8320DC8A}" dt="2025-03-23T14:25:58.473" v="195"/>
          <ac:spMkLst>
            <pc:docMk/>
            <pc:sldMk cId="997759297" sldId="259"/>
            <ac:spMk id="31" creationId="{DB5B423A-57CC-4C58-AA26-8E2E862B03A0}"/>
          </ac:spMkLst>
        </pc:spChg>
        <pc:graphicFrameChg chg="add mod modGraphic">
          <ac:chgData name="Celeste Araceli Lopez Boulton" userId="S::lopezboulton-c@webmail.uwinnipeg.ca::97082120-51f3-4f9a-906e-866e30b0fa94" providerId="AD" clId="Web-{9DE631E5-6140-5BF1-F967-9CAD8320DC8A}" dt="2025-03-23T14:25:58.473" v="195"/>
          <ac:graphicFrameMkLst>
            <pc:docMk/>
            <pc:sldMk cId="997759297" sldId="259"/>
            <ac:graphicFrameMk id="23" creationId="{0A0B315D-AE2F-107B-9768-A290E607875F}"/>
          </ac:graphicFrameMkLst>
        </pc:graphicFrameChg>
      </pc:sldChg>
      <pc:sldChg chg="addSp delSp modSp mod setBg">
        <pc:chgData name="Celeste Araceli Lopez Boulton" userId="S::lopezboulton-c@webmail.uwinnipeg.ca::97082120-51f3-4f9a-906e-866e30b0fa94" providerId="AD" clId="Web-{9DE631E5-6140-5BF1-F967-9CAD8320DC8A}" dt="2025-03-23T14:26:39.021" v="197"/>
        <pc:sldMkLst>
          <pc:docMk/>
          <pc:sldMk cId="4198774309" sldId="260"/>
        </pc:sldMkLst>
        <pc:spChg chg="mod">
          <ac:chgData name="Celeste Araceli Lopez Boulton" userId="S::lopezboulton-c@webmail.uwinnipeg.ca::97082120-51f3-4f9a-906e-866e30b0fa94" providerId="AD" clId="Web-{9DE631E5-6140-5BF1-F967-9CAD8320DC8A}" dt="2025-03-23T14:26:39.021" v="197"/>
          <ac:spMkLst>
            <pc:docMk/>
            <pc:sldMk cId="4198774309" sldId="260"/>
            <ac:spMk id="2" creationId="{988AFE55-AC80-2C68-07DD-13A6BBB95AD2}"/>
          </ac:spMkLst>
        </pc:spChg>
        <pc:picChg chg="mod">
          <ac:chgData name="Celeste Araceli Lopez Boulton" userId="S::lopezboulton-c@webmail.uwinnipeg.ca::97082120-51f3-4f9a-906e-866e30b0fa94" providerId="AD" clId="Web-{9DE631E5-6140-5BF1-F967-9CAD8320DC8A}" dt="2025-03-23T14:26:39.021" v="197"/>
          <ac:picMkLst>
            <pc:docMk/>
            <pc:sldMk cId="4198774309" sldId="260"/>
            <ac:picMk id="4" creationId="{EE57E129-8F7F-D249-9021-F7E575BAE7DC}"/>
          </ac:picMkLst>
        </pc:picChg>
      </pc:sldChg>
      <pc:sldChg chg="addSp delSp modSp mod setBg">
        <pc:chgData name="Celeste Araceli Lopez Boulton" userId="S::lopezboulton-c@webmail.uwinnipeg.ca::97082120-51f3-4f9a-906e-866e30b0fa94" providerId="AD" clId="Web-{9DE631E5-6140-5BF1-F967-9CAD8320DC8A}" dt="2025-03-23T14:26:51.536" v="198"/>
        <pc:sldMkLst>
          <pc:docMk/>
          <pc:sldMk cId="1890467871" sldId="261"/>
        </pc:sldMkLst>
        <pc:spChg chg="mod">
          <ac:chgData name="Celeste Araceli Lopez Boulton" userId="S::lopezboulton-c@webmail.uwinnipeg.ca::97082120-51f3-4f9a-906e-866e30b0fa94" providerId="AD" clId="Web-{9DE631E5-6140-5BF1-F967-9CAD8320DC8A}" dt="2025-03-23T14:26:51.536" v="198"/>
          <ac:spMkLst>
            <pc:docMk/>
            <pc:sldMk cId="1890467871" sldId="261"/>
            <ac:spMk id="2" creationId="{EEFBEDE6-3A20-06C0-A89C-71844D0DB233}"/>
          </ac:spMkLst>
        </pc:spChg>
        <pc:spChg chg="add">
          <ac:chgData name="Celeste Araceli Lopez Boulton" userId="S::lopezboulton-c@webmail.uwinnipeg.ca::97082120-51f3-4f9a-906e-866e30b0fa94" providerId="AD" clId="Web-{9DE631E5-6140-5BF1-F967-9CAD8320DC8A}" dt="2025-03-23T14:26:51.536" v="198"/>
          <ac:spMkLst>
            <pc:docMk/>
            <pc:sldMk cId="1890467871" sldId="261"/>
            <ac:spMk id="9" creationId="{2E442304-DDBD-4F7B-8017-36BCC863FB40}"/>
          </ac:spMkLst>
        </pc:spChg>
        <pc:spChg chg="add">
          <ac:chgData name="Celeste Araceli Lopez Boulton" userId="S::lopezboulton-c@webmail.uwinnipeg.ca::97082120-51f3-4f9a-906e-866e30b0fa94" providerId="AD" clId="Web-{9DE631E5-6140-5BF1-F967-9CAD8320DC8A}" dt="2025-03-23T14:26:51.536" v="198"/>
          <ac:spMkLst>
            <pc:docMk/>
            <pc:sldMk cId="1890467871" sldId="261"/>
            <ac:spMk id="11" creationId="{5E107275-3853-46FD-A241-DE4355A42675}"/>
          </ac:spMkLst>
        </pc:spChg>
        <pc:graphicFrameChg chg="add">
          <ac:chgData name="Celeste Araceli Lopez Boulton" userId="S::lopezboulton-c@webmail.uwinnipeg.ca::97082120-51f3-4f9a-906e-866e30b0fa94" providerId="AD" clId="Web-{9DE631E5-6140-5BF1-F967-9CAD8320DC8A}" dt="2025-03-23T14:26:51.536" v="198"/>
          <ac:graphicFrameMkLst>
            <pc:docMk/>
            <pc:sldMk cId="1890467871" sldId="261"/>
            <ac:graphicFrameMk id="5" creationId="{DFC6065C-275A-92A5-AF09-3DA1D8601CDB}"/>
          </ac:graphicFrameMkLst>
        </pc:graphicFrameChg>
      </pc:sldChg>
      <pc:sldChg chg="addSp delSp modSp mod setBg">
        <pc:chgData name="Celeste Araceli Lopez Boulton" userId="S::lopezboulton-c@webmail.uwinnipeg.ca::97082120-51f3-4f9a-906e-866e30b0fa94" providerId="AD" clId="Web-{9DE631E5-6140-5BF1-F967-9CAD8320DC8A}" dt="2025-03-23T14:27:14.193" v="199"/>
        <pc:sldMkLst>
          <pc:docMk/>
          <pc:sldMk cId="97532851" sldId="262"/>
        </pc:sldMkLst>
        <pc:spChg chg="mod">
          <ac:chgData name="Celeste Araceli Lopez Boulton" userId="S::lopezboulton-c@webmail.uwinnipeg.ca::97082120-51f3-4f9a-906e-866e30b0fa94" providerId="AD" clId="Web-{9DE631E5-6140-5BF1-F967-9CAD8320DC8A}" dt="2025-03-23T14:27:14.193" v="199"/>
          <ac:spMkLst>
            <pc:docMk/>
            <pc:sldMk cId="97532851" sldId="262"/>
            <ac:spMk id="2" creationId="{D6BD1F79-CA94-9B1F-660C-923F548F108E}"/>
          </ac:spMkLst>
        </pc:spChg>
        <pc:spChg chg="add">
          <ac:chgData name="Celeste Araceli Lopez Boulton" userId="S::lopezboulton-c@webmail.uwinnipeg.ca::97082120-51f3-4f9a-906e-866e30b0fa94" providerId="AD" clId="Web-{9DE631E5-6140-5BF1-F967-9CAD8320DC8A}" dt="2025-03-23T14:27:14.193" v="199"/>
          <ac:spMkLst>
            <pc:docMk/>
            <pc:sldMk cId="97532851" sldId="262"/>
            <ac:spMk id="9" creationId="{2E442304-DDBD-4F7B-8017-36BCC863FB40}"/>
          </ac:spMkLst>
        </pc:spChg>
        <pc:spChg chg="add">
          <ac:chgData name="Celeste Araceli Lopez Boulton" userId="S::lopezboulton-c@webmail.uwinnipeg.ca::97082120-51f3-4f9a-906e-866e30b0fa94" providerId="AD" clId="Web-{9DE631E5-6140-5BF1-F967-9CAD8320DC8A}" dt="2025-03-23T14:27:14.193" v="199"/>
          <ac:spMkLst>
            <pc:docMk/>
            <pc:sldMk cId="97532851" sldId="262"/>
            <ac:spMk id="11" creationId="{5E107275-3853-46FD-A241-DE4355A42675}"/>
          </ac:spMkLst>
        </pc:spChg>
        <pc:graphicFrameChg chg="add">
          <ac:chgData name="Celeste Araceli Lopez Boulton" userId="S::lopezboulton-c@webmail.uwinnipeg.ca::97082120-51f3-4f9a-906e-866e30b0fa94" providerId="AD" clId="Web-{9DE631E5-6140-5BF1-F967-9CAD8320DC8A}" dt="2025-03-23T14:27:14.193" v="199"/>
          <ac:graphicFrameMkLst>
            <pc:docMk/>
            <pc:sldMk cId="97532851" sldId="262"/>
            <ac:graphicFrameMk id="5" creationId="{D00A1D88-33B8-66AC-DF7A-CEFF9C8541B3}"/>
          </ac:graphicFrameMkLst>
        </pc:graphicFrameChg>
      </pc:sldChg>
      <pc:sldChg chg="addSp delSp modSp mod setBg">
        <pc:chgData name="Celeste Araceli Lopez Boulton" userId="S::lopezboulton-c@webmail.uwinnipeg.ca::97082120-51f3-4f9a-906e-866e30b0fa94" providerId="AD" clId="Web-{9DE631E5-6140-5BF1-F967-9CAD8320DC8A}" dt="2025-03-23T14:30:44.431" v="204" actId="20577"/>
        <pc:sldMkLst>
          <pc:docMk/>
          <pc:sldMk cId="868102763" sldId="264"/>
        </pc:sldMkLst>
        <pc:spChg chg="mod">
          <ac:chgData name="Celeste Araceli Lopez Boulton" userId="S::lopezboulton-c@webmail.uwinnipeg.ca::97082120-51f3-4f9a-906e-866e30b0fa94" providerId="AD" clId="Web-{9DE631E5-6140-5BF1-F967-9CAD8320DC8A}" dt="2025-03-23T14:30:44.431" v="204" actId="20577"/>
          <ac:spMkLst>
            <pc:docMk/>
            <pc:sldMk cId="868102763" sldId="264"/>
            <ac:spMk id="2" creationId="{6E8BEEED-FB40-62A4-FD56-BEB4932E4BF3}"/>
          </ac:spMkLst>
        </pc:spChg>
        <pc:spChg chg="mod">
          <ac:chgData name="Celeste Araceli Lopez Boulton" userId="S::lopezboulton-c@webmail.uwinnipeg.ca::97082120-51f3-4f9a-906e-866e30b0fa94" providerId="AD" clId="Web-{9DE631E5-6140-5BF1-F967-9CAD8320DC8A}" dt="2025-03-23T14:29:53.618" v="203"/>
          <ac:spMkLst>
            <pc:docMk/>
            <pc:sldMk cId="868102763" sldId="264"/>
            <ac:spMk id="3" creationId="{0CF19467-04EC-97C2-56CF-BCCFCB5F01EC}"/>
          </ac:spMkLst>
        </pc:spChg>
        <pc:spChg chg="mod">
          <ac:chgData name="Celeste Araceli Lopez Boulton" userId="S::lopezboulton-c@webmail.uwinnipeg.ca::97082120-51f3-4f9a-906e-866e30b0fa94" providerId="AD" clId="Web-{9DE631E5-6140-5BF1-F967-9CAD8320DC8A}" dt="2025-03-23T14:29:53.618" v="203"/>
          <ac:spMkLst>
            <pc:docMk/>
            <pc:sldMk cId="868102763" sldId="264"/>
            <ac:spMk id="5" creationId="{F327A56A-AEB5-9FCD-B7C3-6725CC509F00}"/>
          </ac:spMkLst>
        </pc:spChg>
      </pc:sldChg>
      <pc:sldChg chg="addSp delSp modSp">
        <pc:chgData name="Celeste Araceli Lopez Boulton" userId="S::lopezboulton-c@webmail.uwinnipeg.ca::97082120-51f3-4f9a-906e-866e30b0fa94" providerId="AD" clId="Web-{9DE631E5-6140-5BF1-F967-9CAD8320DC8A}" dt="2025-03-23T14:33:12.919" v="240" actId="14100"/>
        <pc:sldMkLst>
          <pc:docMk/>
          <pc:sldMk cId="4206811827" sldId="272"/>
        </pc:sldMkLst>
        <pc:spChg chg="mod">
          <ac:chgData name="Celeste Araceli Lopez Boulton" userId="S::lopezboulton-c@webmail.uwinnipeg.ca::97082120-51f3-4f9a-906e-866e30b0fa94" providerId="AD" clId="Web-{9DE631E5-6140-5BF1-F967-9CAD8320DC8A}" dt="2025-03-23T14:31:32.510" v="219" actId="14100"/>
          <ac:spMkLst>
            <pc:docMk/>
            <pc:sldMk cId="4206811827" sldId="272"/>
            <ac:spMk id="3" creationId="{979A8E2B-28C9-FA62-80FF-B0C5D2957064}"/>
          </ac:spMkLst>
        </pc:spChg>
        <pc:spChg chg="add">
          <ac:chgData name="Celeste Araceli Lopez Boulton" userId="S::lopezboulton-c@webmail.uwinnipeg.ca::97082120-51f3-4f9a-906e-866e30b0fa94" providerId="AD" clId="Web-{9DE631E5-6140-5BF1-F967-9CAD8320DC8A}" dt="2025-03-23T14:17:48.791" v="1"/>
          <ac:spMkLst>
            <pc:docMk/>
            <pc:sldMk cId="4206811827" sldId="272"/>
            <ac:spMk id="4" creationId="{C4BBF399-6757-5CC3-5872-9199840445F5}"/>
          </ac:spMkLst>
        </pc:spChg>
        <pc:spChg chg="add del mod">
          <ac:chgData name="Celeste Araceli Lopez Boulton" userId="S::lopezboulton-c@webmail.uwinnipeg.ca::97082120-51f3-4f9a-906e-866e30b0fa94" providerId="AD" clId="Web-{9DE631E5-6140-5BF1-F967-9CAD8320DC8A}" dt="2025-03-23T14:28:36.132" v="202"/>
          <ac:spMkLst>
            <pc:docMk/>
            <pc:sldMk cId="4206811827" sldId="272"/>
            <ac:spMk id="6" creationId="{681714A7-CD59-7007-1F5E-389431EB3090}"/>
          </ac:spMkLst>
        </pc:spChg>
        <pc:spChg chg="add mod">
          <ac:chgData name="Celeste Araceli Lopez Boulton" userId="S::lopezboulton-c@webmail.uwinnipeg.ca::97082120-51f3-4f9a-906e-866e30b0fa94" providerId="AD" clId="Web-{9DE631E5-6140-5BF1-F967-9CAD8320DC8A}" dt="2025-03-23T14:33:12.919" v="240" actId="14100"/>
          <ac:spMkLst>
            <pc:docMk/>
            <pc:sldMk cId="4206811827" sldId="272"/>
            <ac:spMk id="8" creationId="{AFC5F01B-D5F9-C2B2-2573-C9A1C69CE3F7}"/>
          </ac:spMkLst>
        </pc:spChg>
        <pc:spChg chg="add mod">
          <ac:chgData name="Celeste Araceli Lopez Boulton" userId="S::lopezboulton-c@webmail.uwinnipeg.ca::97082120-51f3-4f9a-906e-866e30b0fa94" providerId="AD" clId="Web-{9DE631E5-6140-5BF1-F967-9CAD8320DC8A}" dt="2025-03-23T14:32:59.012" v="236" actId="1076"/>
          <ac:spMkLst>
            <pc:docMk/>
            <pc:sldMk cId="4206811827" sldId="272"/>
            <ac:spMk id="15" creationId="{2630C730-423E-C4DF-9B00-C9E821C4A1BE}"/>
          </ac:spMkLst>
        </pc:spChg>
        <pc:cxnChg chg="add mod">
          <ac:chgData name="Celeste Araceli Lopez Boulton" userId="S::lopezboulton-c@webmail.uwinnipeg.ca::97082120-51f3-4f9a-906e-866e30b0fa94" providerId="AD" clId="Web-{9DE631E5-6140-5BF1-F967-9CAD8320DC8A}" dt="2025-03-23T14:32:42.496" v="235" actId="14100"/>
          <ac:cxnSpMkLst>
            <pc:docMk/>
            <pc:sldMk cId="4206811827" sldId="272"/>
            <ac:cxnSpMk id="16" creationId="{29429A82-2A93-EE0A-7771-B3B09740D22E}"/>
          </ac:cxnSpMkLst>
        </pc:cxnChg>
      </pc:sldChg>
    </pc:docChg>
  </pc:docChgLst>
  <pc:docChgLst>
    <pc:chgData name="Celeste Araceli Lopez Boulton" userId="S::lopezboulton-c@webmail.uwinnipeg.ca::97082120-51f3-4f9a-906e-866e30b0fa94" providerId="AD" clId="Web-{09088BCE-D7BC-EDCF-C5FD-76EEA8816191}"/>
    <pc:docChg chg="addSld modSld sldOrd">
      <pc:chgData name="Celeste Araceli Lopez Boulton" userId="S::lopezboulton-c@webmail.uwinnipeg.ca::97082120-51f3-4f9a-906e-866e30b0fa94" providerId="AD" clId="Web-{09088BCE-D7BC-EDCF-C5FD-76EEA8816191}" dt="2025-03-13T16:05:46.163" v="187" actId="20577"/>
      <pc:docMkLst>
        <pc:docMk/>
      </pc:docMkLst>
      <pc:sldChg chg="modSp new">
        <pc:chgData name="Celeste Araceli Lopez Boulton" userId="S::lopezboulton-c@webmail.uwinnipeg.ca::97082120-51f3-4f9a-906e-866e30b0fa94" providerId="AD" clId="Web-{09088BCE-D7BC-EDCF-C5FD-76EEA8816191}" dt="2025-03-13T16:02:56.097" v="6" actId="20577"/>
        <pc:sldMkLst>
          <pc:docMk/>
          <pc:sldMk cId="997759297" sldId="259"/>
        </pc:sldMkLst>
        <pc:spChg chg="mod">
          <ac:chgData name="Celeste Araceli Lopez Boulton" userId="S::lopezboulton-c@webmail.uwinnipeg.ca::97082120-51f3-4f9a-906e-866e30b0fa94" providerId="AD" clId="Web-{09088BCE-D7BC-EDCF-C5FD-76EEA8816191}" dt="2025-03-13T16:02:56.097" v="6" actId="20577"/>
          <ac:spMkLst>
            <pc:docMk/>
            <pc:sldMk cId="997759297" sldId="259"/>
            <ac:spMk id="2" creationId="{7E123580-F0CC-DE7A-2183-26664A7E4D18}"/>
          </ac:spMkLst>
        </pc:spChg>
      </pc:sldChg>
      <pc:sldChg chg="modSp new">
        <pc:chgData name="Celeste Araceli Lopez Boulton" userId="S::lopezboulton-c@webmail.uwinnipeg.ca::97082120-51f3-4f9a-906e-866e30b0fa94" providerId="AD" clId="Web-{09088BCE-D7BC-EDCF-C5FD-76EEA8816191}" dt="2025-03-13T16:03:18.926" v="14" actId="20577"/>
        <pc:sldMkLst>
          <pc:docMk/>
          <pc:sldMk cId="4198774309" sldId="260"/>
        </pc:sldMkLst>
        <pc:spChg chg="mod">
          <ac:chgData name="Celeste Araceli Lopez Boulton" userId="S::lopezboulton-c@webmail.uwinnipeg.ca::97082120-51f3-4f9a-906e-866e30b0fa94" providerId="AD" clId="Web-{09088BCE-D7BC-EDCF-C5FD-76EEA8816191}" dt="2025-03-13T16:03:18.926" v="14" actId="20577"/>
          <ac:spMkLst>
            <pc:docMk/>
            <pc:sldMk cId="4198774309" sldId="260"/>
            <ac:spMk id="2" creationId="{988AFE55-AC80-2C68-07DD-13A6BBB95AD2}"/>
          </ac:spMkLst>
        </pc:spChg>
      </pc:sldChg>
      <pc:sldChg chg="modSp new">
        <pc:chgData name="Celeste Araceli Lopez Boulton" userId="S::lopezboulton-c@webmail.uwinnipeg.ca::97082120-51f3-4f9a-906e-866e30b0fa94" providerId="AD" clId="Web-{09088BCE-D7BC-EDCF-C5FD-76EEA8816191}" dt="2025-03-13T16:04:15.411" v="91" actId="20577"/>
        <pc:sldMkLst>
          <pc:docMk/>
          <pc:sldMk cId="1890467871" sldId="261"/>
        </pc:sldMkLst>
        <pc:spChg chg="mod">
          <ac:chgData name="Celeste Araceli Lopez Boulton" userId="S::lopezboulton-c@webmail.uwinnipeg.ca::97082120-51f3-4f9a-906e-866e30b0fa94" providerId="AD" clId="Web-{09088BCE-D7BC-EDCF-C5FD-76EEA8816191}" dt="2025-03-13T16:04:15.411" v="91" actId="20577"/>
          <ac:spMkLst>
            <pc:docMk/>
            <pc:sldMk cId="1890467871" sldId="261"/>
            <ac:spMk id="2" creationId="{EEFBEDE6-3A20-06C0-A89C-71844D0DB233}"/>
          </ac:spMkLst>
        </pc:spChg>
      </pc:sldChg>
      <pc:sldChg chg="modSp new">
        <pc:chgData name="Celeste Araceli Lopez Boulton" userId="S::lopezboulton-c@webmail.uwinnipeg.ca::97082120-51f3-4f9a-906e-866e30b0fa94" providerId="AD" clId="Web-{09088BCE-D7BC-EDCF-C5FD-76EEA8816191}" dt="2025-03-13T16:04:27.740" v="105" actId="20577"/>
        <pc:sldMkLst>
          <pc:docMk/>
          <pc:sldMk cId="97532851" sldId="262"/>
        </pc:sldMkLst>
        <pc:spChg chg="mod">
          <ac:chgData name="Celeste Araceli Lopez Boulton" userId="S::lopezboulton-c@webmail.uwinnipeg.ca::97082120-51f3-4f9a-906e-866e30b0fa94" providerId="AD" clId="Web-{09088BCE-D7BC-EDCF-C5FD-76EEA8816191}" dt="2025-03-13T16:04:27.740" v="105" actId="20577"/>
          <ac:spMkLst>
            <pc:docMk/>
            <pc:sldMk cId="97532851" sldId="262"/>
            <ac:spMk id="2" creationId="{D6BD1F79-CA94-9B1F-660C-923F548F108E}"/>
          </ac:spMkLst>
        </pc:spChg>
      </pc:sldChg>
      <pc:sldChg chg="modSp new">
        <pc:chgData name="Celeste Araceli Lopez Boulton" userId="S::lopezboulton-c@webmail.uwinnipeg.ca::97082120-51f3-4f9a-906e-866e30b0fa94" providerId="AD" clId="Web-{09088BCE-D7BC-EDCF-C5FD-76EEA8816191}" dt="2025-03-13T16:04:44.521" v="125" actId="20577"/>
        <pc:sldMkLst>
          <pc:docMk/>
          <pc:sldMk cId="4114709094" sldId="263"/>
        </pc:sldMkLst>
        <pc:spChg chg="mod">
          <ac:chgData name="Celeste Araceli Lopez Boulton" userId="S::lopezboulton-c@webmail.uwinnipeg.ca::97082120-51f3-4f9a-906e-866e30b0fa94" providerId="AD" clId="Web-{09088BCE-D7BC-EDCF-C5FD-76EEA8816191}" dt="2025-03-13T16:04:44.521" v="125" actId="20577"/>
          <ac:spMkLst>
            <pc:docMk/>
            <pc:sldMk cId="4114709094" sldId="263"/>
            <ac:spMk id="2" creationId="{57089720-0F75-4EE2-D37C-0D1FC6859BE8}"/>
          </ac:spMkLst>
        </pc:spChg>
      </pc:sldChg>
      <pc:sldChg chg="modSp new">
        <pc:chgData name="Celeste Araceli Lopez Boulton" userId="S::lopezboulton-c@webmail.uwinnipeg.ca::97082120-51f3-4f9a-906e-866e30b0fa94" providerId="AD" clId="Web-{09088BCE-D7BC-EDCF-C5FD-76EEA8816191}" dt="2025-03-13T16:05:02.506" v="145" actId="20577"/>
        <pc:sldMkLst>
          <pc:docMk/>
          <pc:sldMk cId="868102763" sldId="264"/>
        </pc:sldMkLst>
        <pc:spChg chg="mod">
          <ac:chgData name="Celeste Araceli Lopez Boulton" userId="S::lopezboulton-c@webmail.uwinnipeg.ca::97082120-51f3-4f9a-906e-866e30b0fa94" providerId="AD" clId="Web-{09088BCE-D7BC-EDCF-C5FD-76EEA8816191}" dt="2025-03-13T16:05:02.506" v="145" actId="20577"/>
          <ac:spMkLst>
            <pc:docMk/>
            <pc:sldMk cId="868102763" sldId="264"/>
            <ac:spMk id="2" creationId="{6E8BEEED-FB40-62A4-FD56-BEB4932E4BF3}"/>
          </ac:spMkLst>
        </pc:spChg>
      </pc:sldChg>
      <pc:sldChg chg="new">
        <pc:chgData name="Celeste Araceli Lopez Boulton" userId="S::lopezboulton-c@webmail.uwinnipeg.ca::97082120-51f3-4f9a-906e-866e30b0fa94" providerId="AD" clId="Web-{09088BCE-D7BC-EDCF-C5FD-76EEA8816191}" dt="2025-03-13T16:05:05.272" v="146"/>
        <pc:sldMkLst>
          <pc:docMk/>
          <pc:sldMk cId="1344118624" sldId="265"/>
        </pc:sldMkLst>
      </pc:sldChg>
      <pc:sldChg chg="modSp new">
        <pc:chgData name="Celeste Araceli Lopez Boulton" userId="S::lopezboulton-c@webmail.uwinnipeg.ca::97082120-51f3-4f9a-906e-866e30b0fa94" providerId="AD" clId="Web-{09088BCE-D7BC-EDCF-C5FD-76EEA8816191}" dt="2025-03-13T16:05:19.975" v="156" actId="20577"/>
        <pc:sldMkLst>
          <pc:docMk/>
          <pc:sldMk cId="1067571827" sldId="266"/>
        </pc:sldMkLst>
        <pc:spChg chg="mod">
          <ac:chgData name="Celeste Araceli Lopez Boulton" userId="S::lopezboulton-c@webmail.uwinnipeg.ca::97082120-51f3-4f9a-906e-866e30b0fa94" providerId="AD" clId="Web-{09088BCE-D7BC-EDCF-C5FD-76EEA8816191}" dt="2025-03-13T16:05:19.975" v="156" actId="20577"/>
          <ac:spMkLst>
            <pc:docMk/>
            <pc:sldMk cId="1067571827" sldId="266"/>
            <ac:spMk id="2" creationId="{DC0DCD72-B3B9-7AEF-A553-D1519E4DB391}"/>
          </ac:spMkLst>
        </pc:spChg>
      </pc:sldChg>
      <pc:sldChg chg="modSp new">
        <pc:chgData name="Celeste Araceli Lopez Boulton" userId="S::lopezboulton-c@webmail.uwinnipeg.ca::97082120-51f3-4f9a-906e-866e30b0fa94" providerId="AD" clId="Web-{09088BCE-D7BC-EDCF-C5FD-76EEA8816191}" dt="2025-03-13T16:05:26.538" v="165" actId="20577"/>
        <pc:sldMkLst>
          <pc:docMk/>
          <pc:sldMk cId="1815529166" sldId="267"/>
        </pc:sldMkLst>
        <pc:spChg chg="mod">
          <ac:chgData name="Celeste Araceli Lopez Boulton" userId="S::lopezboulton-c@webmail.uwinnipeg.ca::97082120-51f3-4f9a-906e-866e30b0fa94" providerId="AD" clId="Web-{09088BCE-D7BC-EDCF-C5FD-76EEA8816191}" dt="2025-03-13T16:05:26.538" v="165" actId="20577"/>
          <ac:spMkLst>
            <pc:docMk/>
            <pc:sldMk cId="1815529166" sldId="267"/>
            <ac:spMk id="2" creationId="{23641FF6-ED27-A495-5171-9F0C0B25619D}"/>
          </ac:spMkLst>
        </pc:spChg>
      </pc:sldChg>
      <pc:sldChg chg="modSp new ord">
        <pc:chgData name="Celeste Araceli Lopez Boulton" userId="S::lopezboulton-c@webmail.uwinnipeg.ca::97082120-51f3-4f9a-906e-866e30b0fa94" providerId="AD" clId="Web-{09088BCE-D7BC-EDCF-C5FD-76EEA8816191}" dt="2025-03-13T16:05:46.163" v="187" actId="20577"/>
        <pc:sldMkLst>
          <pc:docMk/>
          <pc:sldMk cId="4217055521" sldId="268"/>
        </pc:sldMkLst>
        <pc:spChg chg="mod">
          <ac:chgData name="Celeste Araceli Lopez Boulton" userId="S::lopezboulton-c@webmail.uwinnipeg.ca::97082120-51f3-4f9a-906e-866e30b0fa94" providerId="AD" clId="Web-{09088BCE-D7BC-EDCF-C5FD-76EEA8816191}" dt="2025-03-13T16:05:46.163" v="187" actId="20577"/>
          <ac:spMkLst>
            <pc:docMk/>
            <pc:sldMk cId="4217055521" sldId="268"/>
            <ac:spMk id="2" creationId="{C7E3DA8D-9711-376E-B631-2AB880587AB0}"/>
          </ac:spMkLst>
        </pc:spChg>
      </pc:sldChg>
    </pc:docChg>
  </pc:docChgLst>
  <pc:docChgLst>
    <pc:chgData name="Celeste Araceli Lopez Boulton" userId="S::lopezboulton-c@webmail.uwinnipeg.ca::97082120-51f3-4f9a-906e-866e30b0fa94" providerId="AD" clId="Web-{D211CD48-D56A-A24D-BD8F-1E8AFFDFCE18}"/>
    <pc:docChg chg="modSld">
      <pc:chgData name="Celeste Araceli Lopez Boulton" userId="S::lopezboulton-c@webmail.uwinnipeg.ca::97082120-51f3-4f9a-906e-866e30b0fa94" providerId="AD" clId="Web-{D211CD48-D56A-A24D-BD8F-1E8AFFDFCE18}" dt="2025-03-22T15:07:37.890" v="19" actId="20577"/>
      <pc:docMkLst>
        <pc:docMk/>
      </pc:docMkLst>
      <pc:sldChg chg="modSp">
        <pc:chgData name="Celeste Araceli Lopez Boulton" userId="S::lopezboulton-c@webmail.uwinnipeg.ca::97082120-51f3-4f9a-906e-866e30b0fa94" providerId="AD" clId="Web-{D211CD48-D56A-A24D-BD8F-1E8AFFDFCE18}" dt="2025-03-22T15:07:37.890" v="19" actId="20577"/>
        <pc:sldMkLst>
          <pc:docMk/>
          <pc:sldMk cId="868102763" sldId="264"/>
        </pc:sldMkLst>
        <pc:spChg chg="mod">
          <ac:chgData name="Celeste Araceli Lopez Boulton" userId="S::lopezboulton-c@webmail.uwinnipeg.ca::97082120-51f3-4f9a-906e-866e30b0fa94" providerId="AD" clId="Web-{D211CD48-D56A-A24D-BD8F-1E8AFFDFCE18}" dt="2025-03-22T15:07:37.890" v="19" actId="20577"/>
          <ac:spMkLst>
            <pc:docMk/>
            <pc:sldMk cId="868102763" sldId="264"/>
            <ac:spMk id="3" creationId="{0CF19467-04EC-97C2-56CF-BCCFCB5F01EC}"/>
          </ac:spMkLst>
        </pc:spChg>
      </pc:sldChg>
    </pc:docChg>
  </pc:docChgLst>
  <pc:docChgLst>
    <pc:chgData name="Celeste Araceli Lopez Boulton" userId="S::lopezboulton-c@webmail.uwinnipeg.ca::97082120-51f3-4f9a-906e-866e30b0fa94" providerId="AD" clId="Web-{710B1808-F872-F1F6-B7C4-C7D7C0F794B9}"/>
    <pc:docChg chg="modSld">
      <pc:chgData name="Celeste Araceli Lopez Boulton" userId="S::lopezboulton-c@webmail.uwinnipeg.ca::97082120-51f3-4f9a-906e-866e30b0fa94" providerId="AD" clId="Web-{710B1808-F872-F1F6-B7C4-C7D7C0F794B9}" dt="2025-03-13T16:02:04.161" v="2" actId="20577"/>
      <pc:docMkLst>
        <pc:docMk/>
      </pc:docMkLst>
      <pc:sldChg chg="modSp">
        <pc:chgData name="Celeste Araceli Lopez Boulton" userId="S::lopezboulton-c@webmail.uwinnipeg.ca::97082120-51f3-4f9a-906e-866e30b0fa94" providerId="AD" clId="Web-{710B1808-F872-F1F6-B7C4-C7D7C0F794B9}" dt="2025-03-13T16:02:04.161" v="2" actId="20577"/>
        <pc:sldMkLst>
          <pc:docMk/>
          <pc:sldMk cId="1195967888" sldId="258"/>
        </pc:sldMkLst>
      </pc:sldChg>
    </pc:docChg>
  </pc:docChgLst>
  <pc:docChgLst>
    <pc:chgData name="Celeste Araceli Lopez Boulton" userId="S::lopezboulton-c@webmail.uwinnipeg.ca::97082120-51f3-4f9a-906e-866e30b0fa94" providerId="AD" clId="Web-{9E3029C8-0D9C-E7AF-9BB8-A1D1FA847131}"/>
    <pc:docChg chg="modSld">
      <pc:chgData name="Celeste Araceli Lopez Boulton" userId="S::lopezboulton-c@webmail.uwinnipeg.ca::97082120-51f3-4f9a-906e-866e30b0fa94" providerId="AD" clId="Web-{9E3029C8-0D9C-E7AF-9BB8-A1D1FA847131}" dt="2025-03-13T23:51:56.960" v="0" actId="1076"/>
      <pc:docMkLst>
        <pc:docMk/>
      </pc:docMkLst>
      <pc:sldChg chg="modSp">
        <pc:chgData name="Celeste Araceli Lopez Boulton" userId="S::lopezboulton-c@webmail.uwinnipeg.ca::97082120-51f3-4f9a-906e-866e30b0fa94" providerId="AD" clId="Web-{9E3029C8-0D9C-E7AF-9BB8-A1D1FA847131}" dt="2025-03-13T23:51:56.960" v="0" actId="1076"/>
        <pc:sldMkLst>
          <pc:docMk/>
          <pc:sldMk cId="949715886" sldId="257"/>
        </pc:sldMkLst>
      </pc:sldChg>
    </pc:docChg>
  </pc:docChgLst>
  <pc:docChgLst>
    <pc:chgData name="Celeste Araceli Lopez Boulton" userId="S::lopezboulton-c@webmail.uwinnipeg.ca::97082120-51f3-4f9a-906e-866e30b0fa94" providerId="AD" clId="Web-{FA9D049B-E653-B3A8-3618-84ABC6DA6732}"/>
    <pc:docChg chg="modSld">
      <pc:chgData name="Celeste Araceli Lopez Boulton" userId="S::lopezboulton-c@webmail.uwinnipeg.ca::97082120-51f3-4f9a-906e-866e30b0fa94" providerId="AD" clId="Web-{FA9D049B-E653-B3A8-3618-84ABC6DA6732}" dt="2025-03-23T14:12:22.437" v="40" actId="20577"/>
      <pc:docMkLst>
        <pc:docMk/>
      </pc:docMkLst>
      <pc:sldChg chg="addSp delSp modSp">
        <pc:chgData name="Celeste Araceli Lopez Boulton" userId="S::lopezboulton-c@webmail.uwinnipeg.ca::97082120-51f3-4f9a-906e-866e30b0fa94" providerId="AD" clId="Web-{FA9D049B-E653-B3A8-3618-84ABC6DA6732}" dt="2025-03-23T14:12:02.702" v="38" actId="1076"/>
        <pc:sldMkLst>
          <pc:docMk/>
          <pc:sldMk cId="868102763" sldId="264"/>
        </pc:sldMkLst>
        <pc:spChg chg="mod">
          <ac:chgData name="Celeste Araceli Lopez Boulton" userId="S::lopezboulton-c@webmail.uwinnipeg.ca::97082120-51f3-4f9a-906e-866e30b0fa94" providerId="AD" clId="Web-{FA9D049B-E653-B3A8-3618-84ABC6DA6732}" dt="2025-03-23T14:11:51.093" v="37" actId="20577"/>
          <ac:spMkLst>
            <pc:docMk/>
            <pc:sldMk cId="868102763" sldId="264"/>
            <ac:spMk id="3" creationId="{0CF19467-04EC-97C2-56CF-BCCFCB5F01EC}"/>
          </ac:spMkLst>
        </pc:spChg>
        <pc:spChg chg="mod">
          <ac:chgData name="Celeste Araceli Lopez Boulton" userId="S::lopezboulton-c@webmail.uwinnipeg.ca::97082120-51f3-4f9a-906e-866e30b0fa94" providerId="AD" clId="Web-{FA9D049B-E653-B3A8-3618-84ABC6DA6732}" dt="2025-03-23T14:12:02.702" v="38" actId="1076"/>
          <ac:spMkLst>
            <pc:docMk/>
            <pc:sldMk cId="868102763" sldId="264"/>
            <ac:spMk id="5" creationId="{F327A56A-AEB5-9FCD-B7C3-6725CC509F00}"/>
          </ac:spMkLst>
        </pc:spChg>
      </pc:sldChg>
      <pc:sldChg chg="modSp">
        <pc:chgData name="Celeste Araceli Lopez Boulton" userId="S::lopezboulton-c@webmail.uwinnipeg.ca::97082120-51f3-4f9a-906e-866e30b0fa94" providerId="AD" clId="Web-{FA9D049B-E653-B3A8-3618-84ABC6DA6732}" dt="2025-03-23T14:12:22.437" v="40" actId="20577"/>
        <pc:sldMkLst>
          <pc:docMk/>
          <pc:sldMk cId="4206811827" sldId="272"/>
        </pc:sldMkLst>
        <pc:spChg chg="mod">
          <ac:chgData name="Celeste Araceli Lopez Boulton" userId="S::lopezboulton-c@webmail.uwinnipeg.ca::97082120-51f3-4f9a-906e-866e30b0fa94" providerId="AD" clId="Web-{FA9D049B-E653-B3A8-3618-84ABC6DA6732}" dt="2025-03-23T14:12:22.437" v="40" actId="20577"/>
          <ac:spMkLst>
            <pc:docMk/>
            <pc:sldMk cId="4206811827" sldId="272"/>
            <ac:spMk id="3" creationId="{979A8E2B-28C9-FA62-80FF-B0C5D2957064}"/>
          </ac:spMkLst>
        </pc:spChg>
      </pc:sldChg>
    </pc:docChg>
  </pc:docChgLst>
  <pc:docChgLst>
    <pc:chgData name="Ruhani Jindal" userId="29e04c13-a62b-4946-9cb0-ed846c343292" providerId="ADAL" clId="{C1CCD531-1C8F-45EA-97D2-DD1E446F83D4}"/>
    <pc:docChg chg="undo redo custSel addSld delSld modSld sldOrd modMainMaster">
      <pc:chgData name="Ruhani Jindal" userId="29e04c13-a62b-4946-9cb0-ed846c343292" providerId="ADAL" clId="{C1CCD531-1C8F-45EA-97D2-DD1E446F83D4}" dt="2025-03-26T21:29:43.150" v="1732" actId="26606"/>
      <pc:docMkLst>
        <pc:docMk/>
      </pc:docMkLst>
      <pc:sldChg chg="addSp modSp new mod modTransition setBg modNotesTx">
        <pc:chgData name="Ruhani Jindal" userId="29e04c13-a62b-4946-9cb0-ed846c343292" providerId="ADAL" clId="{C1CCD531-1C8F-45EA-97D2-DD1E446F83D4}" dt="2025-03-22T19:57:18.074" v="1114"/>
        <pc:sldMkLst>
          <pc:docMk/>
          <pc:sldMk cId="3709404340" sldId="256"/>
        </pc:sldMkLst>
        <pc:spChg chg="mod">
          <ac:chgData name="Ruhani Jindal" userId="29e04c13-a62b-4946-9cb0-ed846c343292" providerId="ADAL" clId="{C1CCD531-1C8F-45EA-97D2-DD1E446F83D4}" dt="2025-03-22T19:50:50.402" v="1023" actId="26606"/>
          <ac:spMkLst>
            <pc:docMk/>
            <pc:sldMk cId="3709404340" sldId="256"/>
            <ac:spMk id="2" creationId="{E3B5E84F-6817-E7C8-E782-515D503C1C0D}"/>
          </ac:spMkLst>
        </pc:spChg>
        <pc:spChg chg="mod">
          <ac:chgData name="Ruhani Jindal" userId="29e04c13-a62b-4946-9cb0-ed846c343292" providerId="ADAL" clId="{C1CCD531-1C8F-45EA-97D2-DD1E446F83D4}" dt="2025-03-22T19:51:09.350" v="1024" actId="14100"/>
          <ac:spMkLst>
            <pc:docMk/>
            <pc:sldMk cId="3709404340" sldId="256"/>
            <ac:spMk id="3" creationId="{5DC9382C-C974-E0FF-A6AF-4EF60359F122}"/>
          </ac:spMkLst>
        </pc:spChg>
        <pc:spChg chg="add">
          <ac:chgData name="Ruhani Jindal" userId="29e04c13-a62b-4946-9cb0-ed846c343292" providerId="ADAL" clId="{C1CCD531-1C8F-45EA-97D2-DD1E446F83D4}" dt="2025-03-22T19:50:50.402" v="1023" actId="26606"/>
          <ac:spMkLst>
            <pc:docMk/>
            <pc:sldMk cId="3709404340" sldId="256"/>
            <ac:spMk id="12" creationId="{74751229-0244-4FBB-BED1-407467F4C951}"/>
          </ac:spMkLst>
        </pc:spChg>
        <pc:picChg chg="add">
          <ac:chgData name="Ruhani Jindal" userId="29e04c13-a62b-4946-9cb0-ed846c343292" providerId="ADAL" clId="{C1CCD531-1C8F-45EA-97D2-DD1E446F83D4}" dt="2025-03-22T19:50:50.402" v="1023" actId="26606"/>
          <ac:picMkLst>
            <pc:docMk/>
            <pc:sldMk cId="3709404340" sldId="256"/>
            <ac:picMk id="7" creationId="{26EA57F4-48E6-6631-9ACC-C63CFA1188AF}"/>
          </ac:picMkLst>
        </pc:picChg>
        <pc:picChg chg="add">
          <ac:chgData name="Ruhani Jindal" userId="29e04c13-a62b-4946-9cb0-ed846c343292" providerId="ADAL" clId="{C1CCD531-1C8F-45EA-97D2-DD1E446F83D4}" dt="2025-03-22T19:50:50.402" v="1023" actId="26606"/>
          <ac:picMkLst>
            <pc:docMk/>
            <pc:sldMk cId="3709404340" sldId="256"/>
            <ac:picMk id="9" creationId="{8B3008E3-BC8C-4146-84ED-8BFCB6BA31BE}"/>
          </ac:picMkLst>
        </pc:picChg>
      </pc:sldChg>
      <pc:sldChg chg="addSp delSp modSp new mod modTransition setBg modNotesTx">
        <pc:chgData name="Ruhani Jindal" userId="29e04c13-a62b-4946-9cb0-ed846c343292" providerId="ADAL" clId="{C1CCD531-1C8F-45EA-97D2-DD1E446F83D4}" dt="2025-03-22T19:59:56.444" v="1245" actId="20577"/>
        <pc:sldMkLst>
          <pc:docMk/>
          <pc:sldMk cId="949715886" sldId="257"/>
        </pc:sldMkLst>
        <pc:spChg chg="mod">
          <ac:chgData name="Ruhani Jindal" userId="29e04c13-a62b-4946-9cb0-ed846c343292" providerId="ADAL" clId="{C1CCD531-1C8F-45EA-97D2-DD1E446F83D4}" dt="2025-03-22T19:59:52.208" v="1243" actId="26606"/>
          <ac:spMkLst>
            <pc:docMk/>
            <pc:sldMk cId="949715886" sldId="257"/>
            <ac:spMk id="2" creationId="{DFD1CF72-C5F7-87F3-2521-D6D48040BDB3}"/>
          </ac:spMkLst>
        </pc:spChg>
        <pc:spChg chg="add">
          <ac:chgData name="Ruhani Jindal" userId="29e04c13-a62b-4946-9cb0-ed846c343292" providerId="ADAL" clId="{C1CCD531-1C8F-45EA-97D2-DD1E446F83D4}" dt="2025-03-22T19:59:52.208" v="1243" actId="26606"/>
          <ac:spMkLst>
            <pc:docMk/>
            <pc:sldMk cId="949715886" sldId="257"/>
            <ac:spMk id="10" creationId="{B50AB553-2A96-4A92-96F2-93548E096954}"/>
          </ac:spMkLst>
        </pc:spChg>
        <pc:graphicFrameChg chg="add mod">
          <ac:chgData name="Ruhani Jindal" userId="29e04c13-a62b-4946-9cb0-ed846c343292" providerId="ADAL" clId="{C1CCD531-1C8F-45EA-97D2-DD1E446F83D4}" dt="2025-03-22T19:59:56.444" v="1245" actId="20577"/>
          <ac:graphicFrameMkLst>
            <pc:docMk/>
            <pc:sldMk cId="949715886" sldId="257"/>
            <ac:graphicFrameMk id="5" creationId="{81F4A98E-D28A-E07D-ECB4-B33AF0370676}"/>
          </ac:graphicFrameMkLst>
        </pc:graphicFrameChg>
        <pc:picChg chg="add">
          <ac:chgData name="Ruhani Jindal" userId="29e04c13-a62b-4946-9cb0-ed846c343292" providerId="ADAL" clId="{C1CCD531-1C8F-45EA-97D2-DD1E446F83D4}" dt="2025-03-22T19:59:52.208" v="1243" actId="26606"/>
          <ac:picMkLst>
            <pc:docMk/>
            <pc:sldMk cId="949715886" sldId="257"/>
            <ac:picMk id="6" creationId="{A857C34B-ACC4-00BF-6D27-834D1D69B607}"/>
          </ac:picMkLst>
        </pc:picChg>
      </pc:sldChg>
      <pc:sldChg chg="modSp new del mod modTransition modShow modNotesTx">
        <pc:chgData name="Ruhani Jindal" userId="29e04c13-a62b-4946-9cb0-ed846c343292" providerId="ADAL" clId="{C1CCD531-1C8F-45EA-97D2-DD1E446F83D4}" dt="2025-03-26T21:21:50.410" v="1499" actId="47"/>
        <pc:sldMkLst>
          <pc:docMk/>
          <pc:sldMk cId="1195967888" sldId="258"/>
        </pc:sldMkLst>
      </pc:sldChg>
      <pc:sldChg chg="modTransition">
        <pc:chgData name="Ruhani Jindal" userId="29e04c13-a62b-4946-9cb0-ed846c343292" providerId="ADAL" clId="{C1CCD531-1C8F-45EA-97D2-DD1E446F83D4}" dt="2025-03-22T19:57:11.765" v="1113"/>
        <pc:sldMkLst>
          <pc:docMk/>
          <pc:sldMk cId="997759297" sldId="259"/>
        </pc:sldMkLst>
      </pc:sldChg>
      <pc:sldChg chg="modTransition">
        <pc:chgData name="Ruhani Jindal" userId="29e04c13-a62b-4946-9cb0-ed846c343292" providerId="ADAL" clId="{C1CCD531-1C8F-45EA-97D2-DD1E446F83D4}" dt="2025-03-22T19:57:11.765" v="1113"/>
        <pc:sldMkLst>
          <pc:docMk/>
          <pc:sldMk cId="4198774309" sldId="260"/>
        </pc:sldMkLst>
      </pc:sldChg>
      <pc:sldChg chg="modTransition">
        <pc:chgData name="Ruhani Jindal" userId="29e04c13-a62b-4946-9cb0-ed846c343292" providerId="ADAL" clId="{C1CCD531-1C8F-45EA-97D2-DD1E446F83D4}" dt="2025-03-22T19:57:11.765" v="1113"/>
        <pc:sldMkLst>
          <pc:docMk/>
          <pc:sldMk cId="1890467871" sldId="261"/>
        </pc:sldMkLst>
      </pc:sldChg>
      <pc:sldChg chg="modTransition">
        <pc:chgData name="Ruhani Jindal" userId="29e04c13-a62b-4946-9cb0-ed846c343292" providerId="ADAL" clId="{C1CCD531-1C8F-45EA-97D2-DD1E446F83D4}" dt="2025-03-22T19:57:11.765" v="1113"/>
        <pc:sldMkLst>
          <pc:docMk/>
          <pc:sldMk cId="97532851" sldId="262"/>
        </pc:sldMkLst>
      </pc:sldChg>
      <pc:sldChg chg="addSp delSp modSp mod modTransition setBg modNotesTx">
        <pc:chgData name="Ruhani Jindal" userId="29e04c13-a62b-4946-9cb0-ed846c343292" providerId="ADAL" clId="{C1CCD531-1C8F-45EA-97D2-DD1E446F83D4}" dt="2025-03-26T21:29:43.150" v="1732" actId="26606"/>
        <pc:sldMkLst>
          <pc:docMk/>
          <pc:sldMk cId="4114709094" sldId="263"/>
        </pc:sldMkLst>
        <pc:spChg chg="mod">
          <ac:chgData name="Ruhani Jindal" userId="29e04c13-a62b-4946-9cb0-ed846c343292" providerId="ADAL" clId="{C1CCD531-1C8F-45EA-97D2-DD1E446F83D4}" dt="2025-03-26T21:29:43.150" v="1732" actId="26606"/>
          <ac:spMkLst>
            <pc:docMk/>
            <pc:sldMk cId="4114709094" sldId="263"/>
            <ac:spMk id="2" creationId="{57089720-0F75-4EE2-D37C-0D1FC6859BE8}"/>
          </ac:spMkLst>
        </pc:spChg>
        <pc:spChg chg="add del mod">
          <ac:chgData name="Ruhani Jindal" userId="29e04c13-a62b-4946-9cb0-ed846c343292" providerId="ADAL" clId="{C1CCD531-1C8F-45EA-97D2-DD1E446F83D4}" dt="2025-03-26T21:23:37.169" v="1507"/>
          <ac:spMkLst>
            <pc:docMk/>
            <pc:sldMk cId="4114709094" sldId="263"/>
            <ac:spMk id="3" creationId="{46D888B9-B3E4-E4AD-5327-5369403B7168}"/>
          </ac:spMkLst>
        </pc:spChg>
        <pc:spChg chg="add">
          <ac:chgData name="Ruhani Jindal" userId="29e04c13-a62b-4946-9cb0-ed846c343292" providerId="ADAL" clId="{C1CCD531-1C8F-45EA-97D2-DD1E446F83D4}" dt="2025-03-26T21:23:11.327" v="1500"/>
          <ac:spMkLst>
            <pc:docMk/>
            <pc:sldMk cId="4114709094" sldId="263"/>
            <ac:spMk id="4" creationId="{DBD19F60-3439-6EFA-3AF8-E000FFD6CCED}"/>
          </ac:spMkLst>
        </pc:spChg>
        <pc:spChg chg="add">
          <ac:chgData name="Ruhani Jindal" userId="29e04c13-a62b-4946-9cb0-ed846c343292" providerId="ADAL" clId="{C1CCD531-1C8F-45EA-97D2-DD1E446F83D4}" dt="2025-03-26T21:23:15.410" v="1501"/>
          <ac:spMkLst>
            <pc:docMk/>
            <pc:sldMk cId="4114709094" sldId="263"/>
            <ac:spMk id="5" creationId="{14DABC2B-18FF-7E37-5233-085DC488E998}"/>
          </ac:spMkLst>
        </pc:spChg>
        <pc:spChg chg="add del mod">
          <ac:chgData name="Ruhani Jindal" userId="29e04c13-a62b-4946-9cb0-ed846c343292" providerId="ADAL" clId="{C1CCD531-1C8F-45EA-97D2-DD1E446F83D4}" dt="2025-03-26T21:29:43.150" v="1732" actId="26606"/>
          <ac:spMkLst>
            <pc:docMk/>
            <pc:sldMk cId="4114709094" sldId="263"/>
            <ac:spMk id="6" creationId="{D1FFB76B-33F5-411D-AB3B-2F05C9D06596}"/>
          </ac:spMkLst>
        </pc:spChg>
        <pc:spChg chg="add del">
          <ac:chgData name="Ruhani Jindal" userId="29e04c13-a62b-4946-9cb0-ed846c343292" providerId="ADAL" clId="{C1CCD531-1C8F-45EA-97D2-DD1E446F83D4}" dt="2025-03-26T21:29:43.124" v="1731" actId="26606"/>
          <ac:spMkLst>
            <pc:docMk/>
            <pc:sldMk cId="4114709094" sldId="263"/>
            <ac:spMk id="12" creationId="{9F7D5CDA-D291-4307-BF55-1381FED29634}"/>
          </ac:spMkLst>
        </pc:spChg>
        <pc:spChg chg="add del">
          <ac:chgData name="Ruhani Jindal" userId="29e04c13-a62b-4946-9cb0-ed846c343292" providerId="ADAL" clId="{C1CCD531-1C8F-45EA-97D2-DD1E446F83D4}" dt="2025-03-26T21:29:43.124" v="1731" actId="26606"/>
          <ac:spMkLst>
            <pc:docMk/>
            <pc:sldMk cId="4114709094" sldId="263"/>
            <ac:spMk id="14" creationId="{59B296B9-C5A5-4E4F-9B60-C907B5F1466C}"/>
          </ac:spMkLst>
        </pc:spChg>
        <pc:spChg chg="add del">
          <ac:chgData name="Ruhani Jindal" userId="29e04c13-a62b-4946-9cb0-ed846c343292" providerId="ADAL" clId="{C1CCD531-1C8F-45EA-97D2-DD1E446F83D4}" dt="2025-03-26T21:29:43.124" v="1731" actId="26606"/>
          <ac:spMkLst>
            <pc:docMk/>
            <pc:sldMk cId="4114709094" sldId="263"/>
            <ac:spMk id="16" creationId="{D0300FD3-5AF1-6305-15FA-9078072672E2}"/>
          </ac:spMkLst>
        </pc:spChg>
        <pc:spChg chg="add">
          <ac:chgData name="Ruhani Jindal" userId="29e04c13-a62b-4946-9cb0-ed846c343292" providerId="ADAL" clId="{C1CCD531-1C8F-45EA-97D2-DD1E446F83D4}" dt="2025-03-26T21:29:43.150" v="1732" actId="26606"/>
          <ac:spMkLst>
            <pc:docMk/>
            <pc:sldMk cId="4114709094" sldId="263"/>
            <ac:spMk id="18" creationId="{063BBA22-50EA-4C4D-BE05-F1CE4E63AA56}"/>
          </ac:spMkLst>
        </pc:spChg>
        <pc:spChg chg="add">
          <ac:chgData name="Ruhani Jindal" userId="29e04c13-a62b-4946-9cb0-ed846c343292" providerId="ADAL" clId="{C1CCD531-1C8F-45EA-97D2-DD1E446F83D4}" dt="2025-03-26T21:29:43.150" v="1732" actId="26606"/>
          <ac:spMkLst>
            <pc:docMk/>
            <pc:sldMk cId="4114709094" sldId="263"/>
            <ac:spMk id="19" creationId="{BACC6370-2D7E-4714-9D71-7542949D7D5D}"/>
          </ac:spMkLst>
        </pc:spChg>
        <pc:spChg chg="add">
          <ac:chgData name="Ruhani Jindal" userId="29e04c13-a62b-4946-9cb0-ed846c343292" providerId="ADAL" clId="{C1CCD531-1C8F-45EA-97D2-DD1E446F83D4}" dt="2025-03-26T21:29:43.150" v="1732" actId="26606"/>
          <ac:spMkLst>
            <pc:docMk/>
            <pc:sldMk cId="4114709094" sldId="263"/>
            <ac:spMk id="20" creationId="{F68B3F68-107C-434F-AA38-110D5EA91B85}"/>
          </ac:spMkLst>
        </pc:spChg>
        <pc:spChg chg="add">
          <ac:chgData name="Ruhani Jindal" userId="29e04c13-a62b-4946-9cb0-ed846c343292" providerId="ADAL" clId="{C1CCD531-1C8F-45EA-97D2-DD1E446F83D4}" dt="2025-03-26T21:29:43.150" v="1732" actId="26606"/>
          <ac:spMkLst>
            <pc:docMk/>
            <pc:sldMk cId="4114709094" sldId="263"/>
            <ac:spMk id="21" creationId="{AAD0DBB9-1A4B-4391-81D4-CB19F9AB918A}"/>
          </ac:spMkLst>
        </pc:spChg>
        <pc:graphicFrameChg chg="add">
          <ac:chgData name="Ruhani Jindal" userId="29e04c13-a62b-4946-9cb0-ed846c343292" providerId="ADAL" clId="{C1CCD531-1C8F-45EA-97D2-DD1E446F83D4}" dt="2025-03-26T21:29:43.150" v="1732" actId="26606"/>
          <ac:graphicFrameMkLst>
            <pc:docMk/>
            <pc:sldMk cId="4114709094" sldId="263"/>
            <ac:graphicFrameMk id="22" creationId="{DB045ABD-7B06-442F-248E-B02C3FD6F820}"/>
          </ac:graphicFrameMkLst>
        </pc:graphicFrameChg>
        <pc:picChg chg="add del">
          <ac:chgData name="Ruhani Jindal" userId="29e04c13-a62b-4946-9cb0-ed846c343292" providerId="ADAL" clId="{C1CCD531-1C8F-45EA-97D2-DD1E446F83D4}" dt="2025-03-26T21:29:43.124" v="1731" actId="26606"/>
          <ac:picMkLst>
            <pc:docMk/>
            <pc:sldMk cId="4114709094" sldId="263"/>
            <ac:picMk id="8" creationId="{0EF73C55-D8E9-6AC2-9FB2-7E948091D130}"/>
          </ac:picMkLst>
        </pc:picChg>
      </pc:sldChg>
      <pc:sldChg chg="modTransition">
        <pc:chgData name="Ruhani Jindal" userId="29e04c13-a62b-4946-9cb0-ed846c343292" providerId="ADAL" clId="{C1CCD531-1C8F-45EA-97D2-DD1E446F83D4}" dt="2025-03-22T19:57:11.765" v="1113"/>
        <pc:sldMkLst>
          <pc:docMk/>
          <pc:sldMk cId="868102763" sldId="264"/>
        </pc:sldMkLst>
      </pc:sldChg>
      <pc:sldChg chg="addSp modSp mod ord modTransition setBg modNotesTx">
        <pc:chgData name="Ruhani Jindal" userId="29e04c13-a62b-4946-9cb0-ed846c343292" providerId="ADAL" clId="{C1CCD531-1C8F-45EA-97D2-DD1E446F83D4}" dt="2025-03-22T19:57:11.765" v="1113"/>
        <pc:sldMkLst>
          <pc:docMk/>
          <pc:sldMk cId="1344118624" sldId="265"/>
        </pc:sldMkLst>
        <pc:spChg chg="mod">
          <ac:chgData name="Ruhani Jindal" userId="29e04c13-a62b-4946-9cb0-ed846c343292" providerId="ADAL" clId="{C1CCD531-1C8F-45EA-97D2-DD1E446F83D4}" dt="2025-03-22T19:47:46.704" v="1013" actId="26606"/>
          <ac:spMkLst>
            <pc:docMk/>
            <pc:sldMk cId="1344118624" sldId="265"/>
            <ac:spMk id="2" creationId="{92C0E77E-5F31-A068-6A38-AC216825316A}"/>
          </ac:spMkLst>
        </pc:spChg>
        <pc:spChg chg="mod">
          <ac:chgData name="Ruhani Jindal" userId="29e04c13-a62b-4946-9cb0-ed846c343292" providerId="ADAL" clId="{C1CCD531-1C8F-45EA-97D2-DD1E446F83D4}" dt="2025-03-22T19:47:46.704" v="1013" actId="26606"/>
          <ac:spMkLst>
            <pc:docMk/>
            <pc:sldMk cId="1344118624" sldId="265"/>
            <ac:spMk id="3" creationId="{D8D67F39-0C9C-9F65-BE5E-7FE5ABFAB87A}"/>
          </ac:spMkLst>
        </pc:spChg>
        <pc:spChg chg="add">
          <ac:chgData name="Ruhani Jindal" userId="29e04c13-a62b-4946-9cb0-ed846c343292" providerId="ADAL" clId="{C1CCD531-1C8F-45EA-97D2-DD1E446F83D4}" dt="2025-03-22T19:47:46.704" v="1013" actId="26606"/>
          <ac:spMkLst>
            <pc:docMk/>
            <pc:sldMk cId="1344118624" sldId="265"/>
            <ac:spMk id="8" creationId="{907EF6B7-1338-4443-8C46-6A318D952DFD}"/>
          </ac:spMkLst>
        </pc:spChg>
        <pc:spChg chg="add">
          <ac:chgData name="Ruhani Jindal" userId="29e04c13-a62b-4946-9cb0-ed846c343292" providerId="ADAL" clId="{C1CCD531-1C8F-45EA-97D2-DD1E446F83D4}" dt="2025-03-22T19:47:46.704" v="1013" actId="26606"/>
          <ac:spMkLst>
            <pc:docMk/>
            <pc:sldMk cId="1344118624" sldId="265"/>
            <ac:spMk id="10" creationId="{DAAE4CDD-124C-4DCF-9584-B6033B545DD5}"/>
          </ac:spMkLst>
        </pc:spChg>
        <pc:spChg chg="add">
          <ac:chgData name="Ruhani Jindal" userId="29e04c13-a62b-4946-9cb0-ed846c343292" providerId="ADAL" clId="{C1CCD531-1C8F-45EA-97D2-DD1E446F83D4}" dt="2025-03-22T19:47:46.704" v="1013" actId="26606"/>
          <ac:spMkLst>
            <pc:docMk/>
            <pc:sldMk cId="1344118624" sldId="265"/>
            <ac:spMk id="12" creationId="{081E4A58-353D-44AE-B2FC-2A74E2E400F7}"/>
          </ac:spMkLst>
        </pc:spChg>
      </pc:sldChg>
      <pc:sldChg chg="addSp delSp modSp mod modTransition setBg modNotesTx">
        <pc:chgData name="Ruhani Jindal" userId="29e04c13-a62b-4946-9cb0-ed846c343292" providerId="ADAL" clId="{C1CCD531-1C8F-45EA-97D2-DD1E446F83D4}" dt="2025-03-22T19:57:11.765" v="1113"/>
        <pc:sldMkLst>
          <pc:docMk/>
          <pc:sldMk cId="1067571827" sldId="266"/>
        </pc:sldMkLst>
        <pc:spChg chg="mod">
          <ac:chgData name="Ruhani Jindal" userId="29e04c13-a62b-4946-9cb0-ed846c343292" providerId="ADAL" clId="{C1CCD531-1C8F-45EA-97D2-DD1E446F83D4}" dt="2025-03-22T19:55:54.985" v="1103" actId="26606"/>
          <ac:spMkLst>
            <pc:docMk/>
            <pc:sldMk cId="1067571827" sldId="266"/>
            <ac:spMk id="2" creationId="{DC0DCD72-B3B9-7AEF-A553-D1519E4DB391}"/>
          </ac:spMkLst>
        </pc:spChg>
        <pc:spChg chg="add">
          <ac:chgData name="Ruhani Jindal" userId="29e04c13-a62b-4946-9cb0-ed846c343292" providerId="ADAL" clId="{C1CCD531-1C8F-45EA-97D2-DD1E446F83D4}" dt="2025-03-22T19:56:23.102" v="1105" actId="26606"/>
          <ac:spMkLst>
            <pc:docMk/>
            <pc:sldMk cId="1067571827" sldId="266"/>
            <ac:spMk id="17" creationId="{2659FDB4-FCBE-4A89-B46D-43D4FA54464D}"/>
          </ac:spMkLst>
        </pc:spChg>
        <pc:graphicFrameChg chg="add mod modGraphic">
          <ac:chgData name="Ruhani Jindal" userId="29e04c13-a62b-4946-9cb0-ed846c343292" providerId="ADAL" clId="{C1CCD531-1C8F-45EA-97D2-DD1E446F83D4}" dt="2025-03-22T19:56:23.102" v="1105" actId="26606"/>
          <ac:graphicFrameMkLst>
            <pc:docMk/>
            <pc:sldMk cId="1067571827" sldId="266"/>
            <ac:graphicFrameMk id="6" creationId="{7EA7E482-E549-D6CB-FEEB-A1F3E3362958}"/>
          </ac:graphicFrameMkLst>
        </pc:graphicFrameChg>
        <pc:cxnChg chg="add">
          <ac:chgData name="Ruhani Jindal" userId="29e04c13-a62b-4946-9cb0-ed846c343292" providerId="ADAL" clId="{C1CCD531-1C8F-45EA-97D2-DD1E446F83D4}" dt="2025-03-22T19:56:23.102" v="1105" actId="26606"/>
          <ac:cxnSpMkLst>
            <pc:docMk/>
            <pc:sldMk cId="1067571827" sldId="266"/>
            <ac:cxnSpMk id="19" creationId="{C8F51B3F-8331-4E4A-AE96-D47B1006EEAD}"/>
          </ac:cxnSpMkLst>
        </pc:cxnChg>
      </pc:sldChg>
      <pc:sldChg chg="addSp delSp modSp mod modTransition setBg modNotesTx">
        <pc:chgData name="Ruhani Jindal" userId="29e04c13-a62b-4946-9cb0-ed846c343292" providerId="ADAL" clId="{C1CCD531-1C8F-45EA-97D2-DD1E446F83D4}" dt="2025-03-22T19:57:11.765" v="1113"/>
        <pc:sldMkLst>
          <pc:docMk/>
          <pc:sldMk cId="1815529166" sldId="267"/>
        </pc:sldMkLst>
        <pc:spChg chg="mod">
          <ac:chgData name="Ruhani Jindal" userId="29e04c13-a62b-4946-9cb0-ed846c343292" providerId="ADAL" clId="{C1CCD531-1C8F-45EA-97D2-DD1E446F83D4}" dt="2025-03-22T19:56:15.158" v="1104" actId="26606"/>
          <ac:spMkLst>
            <pc:docMk/>
            <pc:sldMk cId="1815529166" sldId="267"/>
            <ac:spMk id="2" creationId="{23641FF6-ED27-A495-5171-9F0C0B25619D}"/>
          </ac:spMkLst>
        </pc:spChg>
        <pc:spChg chg="add">
          <ac:chgData name="Ruhani Jindal" userId="29e04c13-a62b-4946-9cb0-ed846c343292" providerId="ADAL" clId="{C1CCD531-1C8F-45EA-97D2-DD1E446F83D4}" dt="2025-03-22T19:56:15.158" v="1104" actId="26606"/>
          <ac:spMkLst>
            <pc:docMk/>
            <pc:sldMk cId="1815529166" sldId="267"/>
            <ac:spMk id="21" creationId="{2659FDB4-FCBE-4A89-B46D-43D4FA54464D}"/>
          </ac:spMkLst>
        </pc:spChg>
        <pc:graphicFrameChg chg="add mod modGraphic">
          <ac:chgData name="Ruhani Jindal" userId="29e04c13-a62b-4946-9cb0-ed846c343292" providerId="ADAL" clId="{C1CCD531-1C8F-45EA-97D2-DD1E446F83D4}" dt="2025-03-22T19:56:15.158" v="1104" actId="26606"/>
          <ac:graphicFrameMkLst>
            <pc:docMk/>
            <pc:sldMk cId="1815529166" sldId="267"/>
            <ac:graphicFrameMk id="6" creationId="{34B63850-91D4-6E24-32B7-B76C98321C64}"/>
          </ac:graphicFrameMkLst>
        </pc:graphicFrameChg>
        <pc:cxnChg chg="add">
          <ac:chgData name="Ruhani Jindal" userId="29e04c13-a62b-4946-9cb0-ed846c343292" providerId="ADAL" clId="{C1CCD531-1C8F-45EA-97D2-DD1E446F83D4}" dt="2025-03-22T19:56:15.158" v="1104" actId="26606"/>
          <ac:cxnSpMkLst>
            <pc:docMk/>
            <pc:sldMk cId="1815529166" sldId="267"/>
            <ac:cxnSpMk id="23" creationId="{C8F51B3F-8331-4E4A-AE96-D47B1006EEAD}"/>
          </ac:cxnSpMkLst>
        </pc:cxnChg>
      </pc:sldChg>
      <pc:sldChg chg="addSp delSp modSp mod modTransition setBg">
        <pc:chgData name="Ruhani Jindal" userId="29e04c13-a62b-4946-9cb0-ed846c343292" providerId="ADAL" clId="{C1CCD531-1C8F-45EA-97D2-DD1E446F83D4}" dt="2025-03-22T19:57:11.765" v="1113"/>
        <pc:sldMkLst>
          <pc:docMk/>
          <pc:sldMk cId="4217055521" sldId="268"/>
        </pc:sldMkLst>
        <pc:spChg chg="mod">
          <ac:chgData name="Ruhani Jindal" userId="29e04c13-a62b-4946-9cb0-ed846c343292" providerId="ADAL" clId="{C1CCD531-1C8F-45EA-97D2-DD1E446F83D4}" dt="2025-03-22T19:50:19.540" v="1022" actId="26606"/>
          <ac:spMkLst>
            <pc:docMk/>
            <pc:sldMk cId="4217055521" sldId="268"/>
            <ac:spMk id="2" creationId="{C7E3DA8D-9711-376E-B631-2AB880587AB0}"/>
          </ac:spMkLst>
        </pc:spChg>
        <pc:spChg chg="add">
          <ac:chgData name="Ruhani Jindal" userId="29e04c13-a62b-4946-9cb0-ed846c343292" providerId="ADAL" clId="{C1CCD531-1C8F-45EA-97D2-DD1E446F83D4}" dt="2025-03-22T19:50:19.540" v="1022" actId="26606"/>
          <ac:spMkLst>
            <pc:docMk/>
            <pc:sldMk cId="4217055521" sldId="268"/>
            <ac:spMk id="9" creationId="{E2BA2BD9-7B54-4190-8F06-3EF3658A0020}"/>
          </ac:spMkLst>
        </pc:spChg>
        <pc:spChg chg="add">
          <ac:chgData name="Ruhani Jindal" userId="29e04c13-a62b-4946-9cb0-ed846c343292" providerId="ADAL" clId="{C1CCD531-1C8F-45EA-97D2-DD1E446F83D4}" dt="2025-03-22T19:50:19.540" v="1022" actId="26606"/>
          <ac:spMkLst>
            <pc:docMk/>
            <pc:sldMk cId="4217055521" sldId="268"/>
            <ac:spMk id="11" creationId="{184F9D61-9303-40B4-9F7E-66A9B4EDC458}"/>
          </ac:spMkLst>
        </pc:spChg>
        <pc:spChg chg="add">
          <ac:chgData name="Ruhani Jindal" userId="29e04c13-a62b-4946-9cb0-ed846c343292" providerId="ADAL" clId="{C1CCD531-1C8F-45EA-97D2-DD1E446F83D4}" dt="2025-03-22T19:50:19.540" v="1022" actId="26606"/>
          <ac:spMkLst>
            <pc:docMk/>
            <pc:sldMk cId="4217055521" sldId="268"/>
            <ac:spMk id="13" creationId="{648D746A-0359-4EAE-8CF9-062E281698EC}"/>
          </ac:spMkLst>
        </pc:spChg>
        <pc:picChg chg="add">
          <ac:chgData name="Ruhani Jindal" userId="29e04c13-a62b-4946-9cb0-ed846c343292" providerId="ADAL" clId="{C1CCD531-1C8F-45EA-97D2-DD1E446F83D4}" dt="2025-03-22T19:50:19.540" v="1022" actId="26606"/>
          <ac:picMkLst>
            <pc:docMk/>
            <pc:sldMk cId="4217055521" sldId="268"/>
            <ac:picMk id="5" creationId="{6DFA00C3-6FB0-90E5-C503-8036E64410DA}"/>
          </ac:picMkLst>
        </pc:picChg>
      </pc:sldChg>
      <pc:sldChg chg="addSp delSp modSp new mod modTransition setBg">
        <pc:chgData name="Ruhani Jindal" userId="29e04c13-a62b-4946-9cb0-ed846c343292" providerId="ADAL" clId="{C1CCD531-1C8F-45EA-97D2-DD1E446F83D4}" dt="2025-03-22T19:57:11.765" v="1113"/>
        <pc:sldMkLst>
          <pc:docMk/>
          <pc:sldMk cId="1101227003" sldId="269"/>
        </pc:sldMkLst>
        <pc:spChg chg="mod">
          <ac:chgData name="Ruhani Jindal" userId="29e04c13-a62b-4946-9cb0-ed846c343292" providerId="ADAL" clId="{C1CCD531-1C8F-45EA-97D2-DD1E446F83D4}" dt="2025-03-22T19:47:32.578" v="1011" actId="26606"/>
          <ac:spMkLst>
            <pc:docMk/>
            <pc:sldMk cId="1101227003" sldId="269"/>
            <ac:spMk id="2" creationId="{CBE0A6C1-6673-BF23-5D89-D77ED18ACC16}"/>
          </ac:spMkLst>
        </pc:spChg>
        <pc:spChg chg="add">
          <ac:chgData name="Ruhani Jindal" userId="29e04c13-a62b-4946-9cb0-ed846c343292" providerId="ADAL" clId="{C1CCD531-1C8F-45EA-97D2-DD1E446F83D4}" dt="2025-03-22T19:47:32.578" v="1011" actId="26606"/>
          <ac:spMkLst>
            <pc:docMk/>
            <pc:sldMk cId="1101227003" sldId="269"/>
            <ac:spMk id="10" creationId="{D4771268-CB57-404A-9271-370EB28F6090}"/>
          </ac:spMkLst>
        </pc:spChg>
        <pc:picChg chg="add mod">
          <ac:chgData name="Ruhani Jindal" userId="29e04c13-a62b-4946-9cb0-ed846c343292" providerId="ADAL" clId="{C1CCD531-1C8F-45EA-97D2-DD1E446F83D4}" dt="2025-03-22T19:47:32.578" v="1011" actId="26606"/>
          <ac:picMkLst>
            <pc:docMk/>
            <pc:sldMk cId="1101227003" sldId="269"/>
            <ac:picMk id="5" creationId="{61E4E267-A1BE-A890-E398-F3F7BE4EC4A2}"/>
          </ac:picMkLst>
        </pc:picChg>
      </pc:sldChg>
      <pc:sldChg chg="addSp delSp modSp new mod modTransition setBg modNotesTx">
        <pc:chgData name="Ruhani Jindal" userId="29e04c13-a62b-4946-9cb0-ed846c343292" providerId="ADAL" clId="{C1CCD531-1C8F-45EA-97D2-DD1E446F83D4}" dt="2025-03-22T19:57:11.765" v="1113"/>
        <pc:sldMkLst>
          <pc:docMk/>
          <pc:sldMk cId="1112489202" sldId="270"/>
        </pc:sldMkLst>
        <pc:spChg chg="mod">
          <ac:chgData name="Ruhani Jindal" userId="29e04c13-a62b-4946-9cb0-ed846c343292" providerId="ADAL" clId="{C1CCD531-1C8F-45EA-97D2-DD1E446F83D4}" dt="2025-03-22T19:47:39.836" v="1012" actId="26606"/>
          <ac:spMkLst>
            <pc:docMk/>
            <pc:sldMk cId="1112489202" sldId="270"/>
            <ac:spMk id="2" creationId="{A24D0F03-281D-B992-C3C5-98D96DDA5418}"/>
          </ac:spMkLst>
        </pc:spChg>
        <pc:spChg chg="add">
          <ac:chgData name="Ruhani Jindal" userId="29e04c13-a62b-4946-9cb0-ed846c343292" providerId="ADAL" clId="{C1CCD531-1C8F-45EA-97D2-DD1E446F83D4}" dt="2025-03-22T19:47:39.836" v="1012" actId="26606"/>
          <ac:spMkLst>
            <pc:docMk/>
            <pc:sldMk cId="1112489202" sldId="270"/>
            <ac:spMk id="10" creationId="{2E442304-DDBD-4F7B-8017-36BCC863FB40}"/>
          </ac:spMkLst>
        </pc:spChg>
        <pc:spChg chg="add">
          <ac:chgData name="Ruhani Jindal" userId="29e04c13-a62b-4946-9cb0-ed846c343292" providerId="ADAL" clId="{C1CCD531-1C8F-45EA-97D2-DD1E446F83D4}" dt="2025-03-22T19:47:39.836" v="1012" actId="26606"/>
          <ac:spMkLst>
            <pc:docMk/>
            <pc:sldMk cId="1112489202" sldId="270"/>
            <ac:spMk id="12" creationId="{5E107275-3853-46FD-A241-DE4355A42675}"/>
          </ac:spMkLst>
        </pc:spChg>
        <pc:graphicFrameChg chg="add">
          <ac:chgData name="Ruhani Jindal" userId="29e04c13-a62b-4946-9cb0-ed846c343292" providerId="ADAL" clId="{C1CCD531-1C8F-45EA-97D2-DD1E446F83D4}" dt="2025-03-22T19:47:39.836" v="1012" actId="26606"/>
          <ac:graphicFrameMkLst>
            <pc:docMk/>
            <pc:sldMk cId="1112489202" sldId="270"/>
            <ac:graphicFrameMk id="6" creationId="{DE83947C-0808-B433-3D5D-6261C9FA8DAD}"/>
          </ac:graphicFrameMkLst>
        </pc:graphicFrameChg>
      </pc:sldChg>
      <pc:sldChg chg="addSp delSp modSp new mod modTransition setBg modNotesTx">
        <pc:chgData name="Ruhani Jindal" userId="29e04c13-a62b-4946-9cb0-ed846c343292" providerId="ADAL" clId="{C1CCD531-1C8F-45EA-97D2-DD1E446F83D4}" dt="2025-03-22T19:57:11.765" v="1113"/>
        <pc:sldMkLst>
          <pc:docMk/>
          <pc:sldMk cId="599700269" sldId="271"/>
        </pc:sldMkLst>
        <pc:spChg chg="mod">
          <ac:chgData name="Ruhani Jindal" userId="29e04c13-a62b-4946-9cb0-ed846c343292" providerId="ADAL" clId="{C1CCD531-1C8F-45EA-97D2-DD1E446F83D4}" dt="2025-03-22T19:54:24.524" v="1101" actId="26606"/>
          <ac:spMkLst>
            <pc:docMk/>
            <pc:sldMk cId="599700269" sldId="271"/>
            <ac:spMk id="2" creationId="{FFDAD37E-738E-7F90-D255-75DFA029BD47}"/>
          </ac:spMkLst>
        </pc:spChg>
        <pc:spChg chg="add">
          <ac:chgData name="Ruhani Jindal" userId="29e04c13-a62b-4946-9cb0-ed846c343292" providerId="ADAL" clId="{C1CCD531-1C8F-45EA-97D2-DD1E446F83D4}" dt="2025-03-22T19:54:24.524" v="1101" actId="26606"/>
          <ac:spMkLst>
            <pc:docMk/>
            <pc:sldMk cId="599700269" sldId="271"/>
            <ac:spMk id="10" creationId="{2659FDB4-FCBE-4A89-B46D-43D4FA54464D}"/>
          </ac:spMkLst>
        </pc:spChg>
        <pc:graphicFrameChg chg="add">
          <ac:chgData name="Ruhani Jindal" userId="29e04c13-a62b-4946-9cb0-ed846c343292" providerId="ADAL" clId="{C1CCD531-1C8F-45EA-97D2-DD1E446F83D4}" dt="2025-03-22T19:54:24.524" v="1101" actId="26606"/>
          <ac:graphicFrameMkLst>
            <pc:docMk/>
            <pc:sldMk cId="599700269" sldId="271"/>
            <ac:graphicFrameMk id="6" creationId="{A56045EC-4C0C-211A-6FCD-3984D1119DCB}"/>
          </ac:graphicFrameMkLst>
        </pc:graphicFrameChg>
        <pc:cxnChg chg="add">
          <ac:chgData name="Ruhani Jindal" userId="29e04c13-a62b-4946-9cb0-ed846c343292" providerId="ADAL" clId="{C1CCD531-1C8F-45EA-97D2-DD1E446F83D4}" dt="2025-03-22T19:54:24.524" v="1101" actId="26606"/>
          <ac:cxnSpMkLst>
            <pc:docMk/>
            <pc:sldMk cId="599700269" sldId="271"/>
            <ac:cxnSpMk id="12" creationId="{C8F51B3F-8331-4E4A-AE96-D47B1006EEAD}"/>
          </ac:cxnSpMkLst>
        </pc:cxnChg>
      </pc:sldChg>
      <pc:sldChg chg="modSp new mod modTransition">
        <pc:chgData name="Ruhani Jindal" userId="29e04c13-a62b-4946-9cb0-ed846c343292" providerId="ADAL" clId="{C1CCD531-1C8F-45EA-97D2-DD1E446F83D4}" dt="2025-03-22T19:57:11.765" v="1113"/>
        <pc:sldMkLst>
          <pc:docMk/>
          <pc:sldMk cId="4206811827" sldId="272"/>
        </pc:sldMkLst>
        <pc:spChg chg="mod">
          <ac:chgData name="Ruhani Jindal" userId="29e04c13-a62b-4946-9cb0-ed846c343292" providerId="ADAL" clId="{C1CCD531-1C8F-45EA-97D2-DD1E446F83D4}" dt="2025-03-22T19:56:52.708" v="1110" actId="20577"/>
          <ac:spMkLst>
            <pc:docMk/>
            <pc:sldMk cId="4206811827" sldId="272"/>
            <ac:spMk id="2" creationId="{91553C25-2B6B-68CA-8516-ADD08773C934}"/>
          </ac:spMkLst>
        </pc:spChg>
      </pc:sldChg>
      <pc:sldChg chg="modSp add del mod modTransition modShow">
        <pc:chgData name="Ruhani Jindal" userId="29e04c13-a62b-4946-9cb0-ed846c343292" providerId="ADAL" clId="{C1CCD531-1C8F-45EA-97D2-DD1E446F83D4}" dt="2025-03-25T16:52:51.463" v="1365" actId="47"/>
        <pc:sldMkLst>
          <pc:docMk/>
          <pc:sldMk cId="211909151" sldId="273"/>
        </pc:sldMkLst>
        <pc:spChg chg="mod">
          <ac:chgData name="Ruhani Jindal" userId="29e04c13-a62b-4946-9cb0-ed846c343292" providerId="ADAL" clId="{C1CCD531-1C8F-45EA-97D2-DD1E446F83D4}" dt="2025-03-25T16:25:51.148" v="1362" actId="20577"/>
          <ac:spMkLst>
            <pc:docMk/>
            <pc:sldMk cId="211909151" sldId="273"/>
            <ac:spMk id="3" creationId="{80169586-0ED1-00DE-9BA6-E4F56023C966}"/>
          </ac:spMkLst>
        </pc:spChg>
      </pc:sldChg>
      <pc:sldChg chg="addSp delSp modSp add mod modAnim">
        <pc:chgData name="Ruhani Jindal" userId="29e04c13-a62b-4946-9cb0-ed846c343292" providerId="ADAL" clId="{C1CCD531-1C8F-45EA-97D2-DD1E446F83D4}" dt="2025-03-25T16:58:34.050" v="1498"/>
        <pc:sldMkLst>
          <pc:docMk/>
          <pc:sldMk cId="4243040551" sldId="274"/>
        </pc:sldMkLst>
        <pc:spChg chg="del mod">
          <ac:chgData name="Ruhani Jindal" userId="29e04c13-a62b-4946-9cb0-ed846c343292" providerId="ADAL" clId="{C1CCD531-1C8F-45EA-97D2-DD1E446F83D4}" dt="2025-03-25T16:57:10.098" v="1468" actId="478"/>
          <ac:spMkLst>
            <pc:docMk/>
            <pc:sldMk cId="4243040551" sldId="274"/>
            <ac:spMk id="2" creationId="{B80C26C0-41C2-466E-A69F-5395E3865F45}"/>
          </ac:spMkLst>
        </pc:spChg>
        <pc:spChg chg="mod">
          <ac:chgData name="Ruhani Jindal" userId="29e04c13-a62b-4946-9cb0-ed846c343292" providerId="ADAL" clId="{C1CCD531-1C8F-45EA-97D2-DD1E446F83D4}" dt="2025-03-25T16:57:08.215" v="1467" actId="1076"/>
          <ac:spMkLst>
            <pc:docMk/>
            <pc:sldMk cId="4243040551" sldId="274"/>
            <ac:spMk id="3" creationId="{84ACC9A0-3E22-F9F8-95F3-72E36D1C1F38}"/>
          </ac:spMkLst>
        </pc:spChg>
        <pc:spChg chg="del mod">
          <ac:chgData name="Ruhani Jindal" userId="29e04c13-a62b-4946-9cb0-ed846c343292" providerId="ADAL" clId="{C1CCD531-1C8F-45EA-97D2-DD1E446F83D4}" dt="2025-03-25T16:56:15.023" v="1456" actId="478"/>
          <ac:spMkLst>
            <pc:docMk/>
            <pc:sldMk cId="4243040551" sldId="274"/>
            <ac:spMk id="6" creationId="{76619630-63F3-5517-B555-EA271E4D691D}"/>
          </ac:spMkLst>
        </pc:spChg>
        <pc:spChg chg="del">
          <ac:chgData name="Ruhani Jindal" userId="29e04c13-a62b-4946-9cb0-ed846c343292" providerId="ADAL" clId="{C1CCD531-1C8F-45EA-97D2-DD1E446F83D4}" dt="2025-03-25T16:56:47.293" v="1459" actId="478"/>
          <ac:spMkLst>
            <pc:docMk/>
            <pc:sldMk cId="4243040551" sldId="274"/>
            <ac:spMk id="8" creationId="{14664112-F248-5785-0281-BFA0AE1D5757}"/>
          </ac:spMkLst>
        </pc:spChg>
        <pc:spChg chg="mod">
          <ac:chgData name="Ruhani Jindal" userId="29e04c13-a62b-4946-9cb0-ed846c343292" providerId="ADAL" clId="{C1CCD531-1C8F-45EA-97D2-DD1E446F83D4}" dt="2025-03-25T16:57:52.258" v="1489" actId="20577"/>
          <ac:spMkLst>
            <pc:docMk/>
            <pc:sldMk cId="4243040551" sldId="274"/>
            <ac:spMk id="15" creationId="{BC4CE7F2-5BA5-7C86-68B0-8F7BCC4B0F2A}"/>
          </ac:spMkLst>
        </pc:spChg>
        <pc:picChg chg="add mod ord">
          <ac:chgData name="Ruhani Jindal" userId="29e04c13-a62b-4946-9cb0-ed846c343292" providerId="ADAL" clId="{C1CCD531-1C8F-45EA-97D2-DD1E446F83D4}" dt="2025-03-25T16:57:32.573" v="1476" actId="166"/>
          <ac:picMkLst>
            <pc:docMk/>
            <pc:sldMk cId="4243040551" sldId="274"/>
            <ac:picMk id="7" creationId="{5583CCA6-2FF4-652F-E64D-65E5E53054B9}"/>
          </ac:picMkLst>
        </pc:picChg>
        <pc:picChg chg="add mod">
          <ac:chgData name="Ruhani Jindal" userId="29e04c13-a62b-4946-9cb0-ed846c343292" providerId="ADAL" clId="{C1CCD531-1C8F-45EA-97D2-DD1E446F83D4}" dt="2025-03-25T16:57:42.400" v="1479" actId="14100"/>
          <ac:picMkLst>
            <pc:docMk/>
            <pc:sldMk cId="4243040551" sldId="274"/>
            <ac:picMk id="10" creationId="{53F1894C-4483-A095-CB81-8B245BFD0A06}"/>
          </ac:picMkLst>
        </pc:picChg>
        <pc:picChg chg="add mod">
          <ac:chgData name="Ruhani Jindal" userId="29e04c13-a62b-4946-9cb0-ed846c343292" providerId="ADAL" clId="{C1CCD531-1C8F-45EA-97D2-DD1E446F83D4}" dt="2025-03-25T16:58:23.147" v="1495" actId="14100"/>
          <ac:picMkLst>
            <pc:docMk/>
            <pc:sldMk cId="4243040551" sldId="274"/>
            <ac:picMk id="12" creationId="{F6D9A79D-C633-F938-B978-CD9AA813FC6F}"/>
          </ac:picMkLst>
        </pc:picChg>
        <pc:cxnChg chg="mod">
          <ac:chgData name="Ruhani Jindal" userId="29e04c13-a62b-4946-9cb0-ed846c343292" providerId="ADAL" clId="{C1CCD531-1C8F-45EA-97D2-DD1E446F83D4}" dt="2025-03-25T16:58:15.492" v="1492" actId="1076"/>
          <ac:cxnSpMkLst>
            <pc:docMk/>
            <pc:sldMk cId="4243040551" sldId="274"/>
            <ac:cxnSpMk id="16" creationId="{909D7948-E5CF-15B9-4424-FAC9FC60872C}"/>
          </ac:cxnSpMkLst>
        </pc:cxnChg>
      </pc:sldChg>
      <pc:sldMasterChg chg="modTransition modSldLayout">
        <pc:chgData name="Ruhani Jindal" userId="29e04c13-a62b-4946-9cb0-ed846c343292" providerId="ADAL" clId="{C1CCD531-1C8F-45EA-97D2-DD1E446F83D4}" dt="2025-03-22T19:57:11.765" v="1113"/>
        <pc:sldMasterMkLst>
          <pc:docMk/>
          <pc:sldMasterMk cId="2532196983" sldId="2147483648"/>
        </pc:sldMasterMkLst>
        <pc:sldLayoutChg chg="modTransition">
          <pc:chgData name="Ruhani Jindal" userId="29e04c13-a62b-4946-9cb0-ed846c343292" providerId="ADAL" clId="{C1CCD531-1C8F-45EA-97D2-DD1E446F83D4}" dt="2025-03-22T19:57:11.765" v="1113"/>
          <pc:sldLayoutMkLst>
            <pc:docMk/>
            <pc:sldMasterMk cId="2532196983" sldId="2147483648"/>
            <pc:sldLayoutMk cId="1575475051" sldId="2147483649"/>
          </pc:sldLayoutMkLst>
        </pc:sldLayoutChg>
        <pc:sldLayoutChg chg="modTransition">
          <pc:chgData name="Ruhani Jindal" userId="29e04c13-a62b-4946-9cb0-ed846c343292" providerId="ADAL" clId="{C1CCD531-1C8F-45EA-97D2-DD1E446F83D4}" dt="2025-03-22T19:57:11.765" v="1113"/>
          <pc:sldLayoutMkLst>
            <pc:docMk/>
            <pc:sldMasterMk cId="2532196983" sldId="2147483648"/>
            <pc:sldLayoutMk cId="1587242880" sldId="2147483650"/>
          </pc:sldLayoutMkLst>
        </pc:sldLayoutChg>
        <pc:sldLayoutChg chg="modTransition">
          <pc:chgData name="Ruhani Jindal" userId="29e04c13-a62b-4946-9cb0-ed846c343292" providerId="ADAL" clId="{C1CCD531-1C8F-45EA-97D2-DD1E446F83D4}" dt="2025-03-22T19:57:11.765" v="1113"/>
          <pc:sldLayoutMkLst>
            <pc:docMk/>
            <pc:sldMasterMk cId="2532196983" sldId="2147483648"/>
            <pc:sldLayoutMk cId="2971611624" sldId="2147483651"/>
          </pc:sldLayoutMkLst>
        </pc:sldLayoutChg>
        <pc:sldLayoutChg chg="modTransition">
          <pc:chgData name="Ruhani Jindal" userId="29e04c13-a62b-4946-9cb0-ed846c343292" providerId="ADAL" clId="{C1CCD531-1C8F-45EA-97D2-DD1E446F83D4}" dt="2025-03-22T19:57:11.765" v="1113"/>
          <pc:sldLayoutMkLst>
            <pc:docMk/>
            <pc:sldMasterMk cId="2532196983" sldId="2147483648"/>
            <pc:sldLayoutMk cId="648399050" sldId="2147483652"/>
          </pc:sldLayoutMkLst>
        </pc:sldLayoutChg>
        <pc:sldLayoutChg chg="modTransition">
          <pc:chgData name="Ruhani Jindal" userId="29e04c13-a62b-4946-9cb0-ed846c343292" providerId="ADAL" clId="{C1CCD531-1C8F-45EA-97D2-DD1E446F83D4}" dt="2025-03-22T19:57:11.765" v="1113"/>
          <pc:sldLayoutMkLst>
            <pc:docMk/>
            <pc:sldMasterMk cId="2532196983" sldId="2147483648"/>
            <pc:sldLayoutMk cId="316207832" sldId="2147483653"/>
          </pc:sldLayoutMkLst>
        </pc:sldLayoutChg>
        <pc:sldLayoutChg chg="modTransition">
          <pc:chgData name="Ruhani Jindal" userId="29e04c13-a62b-4946-9cb0-ed846c343292" providerId="ADAL" clId="{C1CCD531-1C8F-45EA-97D2-DD1E446F83D4}" dt="2025-03-22T19:57:11.765" v="1113"/>
          <pc:sldLayoutMkLst>
            <pc:docMk/>
            <pc:sldMasterMk cId="2532196983" sldId="2147483648"/>
            <pc:sldLayoutMk cId="3350902151" sldId="2147483654"/>
          </pc:sldLayoutMkLst>
        </pc:sldLayoutChg>
        <pc:sldLayoutChg chg="modTransition">
          <pc:chgData name="Ruhani Jindal" userId="29e04c13-a62b-4946-9cb0-ed846c343292" providerId="ADAL" clId="{C1CCD531-1C8F-45EA-97D2-DD1E446F83D4}" dt="2025-03-22T19:57:11.765" v="1113"/>
          <pc:sldLayoutMkLst>
            <pc:docMk/>
            <pc:sldMasterMk cId="2532196983" sldId="2147483648"/>
            <pc:sldLayoutMk cId="3339780923" sldId="2147483655"/>
          </pc:sldLayoutMkLst>
        </pc:sldLayoutChg>
        <pc:sldLayoutChg chg="modTransition">
          <pc:chgData name="Ruhani Jindal" userId="29e04c13-a62b-4946-9cb0-ed846c343292" providerId="ADAL" clId="{C1CCD531-1C8F-45EA-97D2-DD1E446F83D4}" dt="2025-03-22T19:57:11.765" v="1113"/>
          <pc:sldLayoutMkLst>
            <pc:docMk/>
            <pc:sldMasterMk cId="2532196983" sldId="2147483648"/>
            <pc:sldLayoutMk cId="643125099" sldId="2147483656"/>
          </pc:sldLayoutMkLst>
        </pc:sldLayoutChg>
        <pc:sldLayoutChg chg="modTransition">
          <pc:chgData name="Ruhani Jindal" userId="29e04c13-a62b-4946-9cb0-ed846c343292" providerId="ADAL" clId="{C1CCD531-1C8F-45EA-97D2-DD1E446F83D4}" dt="2025-03-22T19:57:11.765" v="1113"/>
          <pc:sldLayoutMkLst>
            <pc:docMk/>
            <pc:sldMasterMk cId="2532196983" sldId="2147483648"/>
            <pc:sldLayoutMk cId="3197281338" sldId="2147483657"/>
          </pc:sldLayoutMkLst>
        </pc:sldLayoutChg>
        <pc:sldLayoutChg chg="modTransition">
          <pc:chgData name="Ruhani Jindal" userId="29e04c13-a62b-4946-9cb0-ed846c343292" providerId="ADAL" clId="{C1CCD531-1C8F-45EA-97D2-DD1E446F83D4}" dt="2025-03-22T19:57:11.765" v="1113"/>
          <pc:sldLayoutMkLst>
            <pc:docMk/>
            <pc:sldMasterMk cId="2532196983" sldId="2147483648"/>
            <pc:sldLayoutMk cId="1503388472" sldId="2147483658"/>
          </pc:sldLayoutMkLst>
        </pc:sldLayoutChg>
        <pc:sldLayoutChg chg="modTransition">
          <pc:chgData name="Ruhani Jindal" userId="29e04c13-a62b-4946-9cb0-ed846c343292" providerId="ADAL" clId="{C1CCD531-1C8F-45EA-97D2-DD1E446F83D4}" dt="2025-03-22T19:57:11.765" v="1113"/>
          <pc:sldLayoutMkLst>
            <pc:docMk/>
            <pc:sldMasterMk cId="2532196983" sldId="2147483648"/>
            <pc:sldLayoutMk cId="2928705891" sldId="2147483659"/>
          </pc:sldLayoutMkLst>
        </pc:sldLayoutChg>
      </pc:sldMasterChg>
    </pc:docChg>
  </pc:docChgLst>
  <pc:docChgLst>
    <pc:chgData name="Celeste Araceli Lopez Boulton" userId="S::lopezboulton-c@webmail.uwinnipeg.ca::97082120-51f3-4f9a-906e-866e30b0fa94" providerId="AD" clId="Web-{3FFC03E2-2AD5-20C7-6C73-258A9CEC1192}"/>
    <pc:docChg chg="modSld">
      <pc:chgData name="Celeste Araceli Lopez Boulton" userId="S::lopezboulton-c@webmail.uwinnipeg.ca::97082120-51f3-4f9a-906e-866e30b0fa94" providerId="AD" clId="Web-{3FFC03E2-2AD5-20C7-6C73-258A9CEC1192}" dt="2025-03-20T15:41:14.113" v="201" actId="20577"/>
      <pc:docMkLst>
        <pc:docMk/>
      </pc:docMkLst>
      <pc:sldChg chg="modSp">
        <pc:chgData name="Celeste Araceli Lopez Boulton" userId="S::lopezboulton-c@webmail.uwinnipeg.ca::97082120-51f3-4f9a-906e-866e30b0fa94" providerId="AD" clId="Web-{3FFC03E2-2AD5-20C7-6C73-258A9CEC1192}" dt="2025-03-20T15:41:14.113" v="201" actId="20577"/>
        <pc:sldMkLst>
          <pc:docMk/>
          <pc:sldMk cId="4198774309" sldId="260"/>
        </pc:sldMkLst>
      </pc:sldChg>
      <pc:sldChg chg="modSp">
        <pc:chgData name="Celeste Araceli Lopez Boulton" userId="S::lopezboulton-c@webmail.uwinnipeg.ca::97082120-51f3-4f9a-906e-866e30b0fa94" providerId="AD" clId="Web-{3FFC03E2-2AD5-20C7-6C73-258A9CEC1192}" dt="2025-03-20T15:39:53.861" v="126" actId="20577"/>
        <pc:sldMkLst>
          <pc:docMk/>
          <pc:sldMk cId="97532851" sldId="262"/>
        </pc:sldMkLst>
      </pc:sldChg>
    </pc:docChg>
  </pc:docChgLst>
  <pc:docChgLst>
    <pc:chgData name="Celeste Araceli Lopez Boulton" userId="S::lopezboulton-c@webmail.uwinnipeg.ca::97082120-51f3-4f9a-906e-866e30b0fa94" providerId="AD" clId="Web-{2C0D8293-C466-EE7E-F4E4-09AB059E8FE8}"/>
    <pc:docChg chg="modSld">
      <pc:chgData name="Celeste Araceli Lopez Boulton" userId="S::lopezboulton-c@webmail.uwinnipeg.ca::97082120-51f3-4f9a-906e-866e30b0fa94" providerId="AD" clId="Web-{2C0D8293-C466-EE7E-F4E4-09AB059E8FE8}" dt="2025-03-24T13:12:50.613" v="4"/>
      <pc:docMkLst>
        <pc:docMk/>
      </pc:docMkLst>
      <pc:sldChg chg="addSp delSp modSp mod setBg">
        <pc:chgData name="Celeste Araceli Lopez Boulton" userId="S::lopezboulton-c@webmail.uwinnipeg.ca::97082120-51f3-4f9a-906e-866e30b0fa94" providerId="AD" clId="Web-{2C0D8293-C466-EE7E-F4E4-09AB059E8FE8}" dt="2025-03-24T13:12:50.613" v="4"/>
        <pc:sldMkLst>
          <pc:docMk/>
          <pc:sldMk cId="4198774309" sldId="260"/>
        </pc:sldMkLst>
        <pc:spChg chg="mod">
          <ac:chgData name="Celeste Araceli Lopez Boulton" userId="S::lopezboulton-c@webmail.uwinnipeg.ca::97082120-51f3-4f9a-906e-866e30b0fa94" providerId="AD" clId="Web-{2C0D8293-C466-EE7E-F4E4-09AB059E8FE8}" dt="2025-03-24T13:12:50.613" v="4"/>
          <ac:spMkLst>
            <pc:docMk/>
            <pc:sldMk cId="4198774309" sldId="260"/>
            <ac:spMk id="2" creationId="{988AFE55-AC80-2C68-07DD-13A6BBB95AD2}"/>
          </ac:spMkLst>
        </pc:spChg>
        <pc:spChg chg="add">
          <ac:chgData name="Celeste Araceli Lopez Boulton" userId="S::lopezboulton-c@webmail.uwinnipeg.ca::97082120-51f3-4f9a-906e-866e30b0fa94" providerId="AD" clId="Web-{2C0D8293-C466-EE7E-F4E4-09AB059E8FE8}" dt="2025-03-24T13:12:50.613" v="4"/>
          <ac:spMkLst>
            <pc:docMk/>
            <pc:sldMk cId="4198774309" sldId="260"/>
            <ac:spMk id="17" creationId="{45D37F4E-DDB4-456B-97E0-9937730A039F}"/>
          </ac:spMkLst>
        </pc:spChg>
        <pc:spChg chg="add">
          <ac:chgData name="Celeste Araceli Lopez Boulton" userId="S::lopezboulton-c@webmail.uwinnipeg.ca::97082120-51f3-4f9a-906e-866e30b0fa94" providerId="AD" clId="Web-{2C0D8293-C466-EE7E-F4E4-09AB059E8FE8}" dt="2025-03-24T13:12:50.613" v="4"/>
          <ac:spMkLst>
            <pc:docMk/>
            <pc:sldMk cId="4198774309" sldId="260"/>
            <ac:spMk id="18" creationId="{B2DD41CD-8F47-4F56-AD12-4E2FF7696987}"/>
          </ac:spMkLst>
        </pc:spChg>
        <pc:spChg chg="add">
          <ac:chgData name="Celeste Araceli Lopez Boulton" userId="S::lopezboulton-c@webmail.uwinnipeg.ca::97082120-51f3-4f9a-906e-866e30b0fa94" providerId="AD" clId="Web-{2C0D8293-C466-EE7E-F4E4-09AB059E8FE8}" dt="2025-03-24T13:12:50.613" v="4"/>
          <ac:spMkLst>
            <pc:docMk/>
            <pc:sldMk cId="4198774309" sldId="260"/>
            <ac:spMk id="19" creationId="{5273B243-9F3C-AE10-76CA-ABF996955976}"/>
          </ac:spMkLst>
        </pc:spChg>
        <pc:picChg chg="mod">
          <ac:chgData name="Celeste Araceli Lopez Boulton" userId="S::lopezboulton-c@webmail.uwinnipeg.ca::97082120-51f3-4f9a-906e-866e30b0fa94" providerId="AD" clId="Web-{2C0D8293-C466-EE7E-F4E4-09AB059E8FE8}" dt="2025-03-24T13:12:50.613" v="4"/>
          <ac:picMkLst>
            <pc:docMk/>
            <pc:sldMk cId="4198774309" sldId="260"/>
            <ac:picMk id="4" creationId="{EE57E129-8F7F-D249-9021-F7E575BAE7DC}"/>
          </ac:picMkLst>
        </pc:picChg>
      </pc:sldChg>
    </pc:docChg>
  </pc:docChgLst>
</pc:chgInfo>
</file>

<file path=ppt/diagrams/_rels/data8.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svg"/><Relationship Id="rId16" Type="http://schemas.openxmlformats.org/officeDocument/2006/relationships/image" Target="../media/image24.svg"/><Relationship Id="rId1" Type="http://schemas.openxmlformats.org/officeDocument/2006/relationships/image" Target="../media/image9.png"/><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svg"/></Relationships>
</file>

<file path=ppt/diagrams/_rels/data9.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image" Target="../media/image26.svg"/><Relationship Id="rId16" Type="http://schemas.openxmlformats.org/officeDocument/2006/relationships/image" Target="../media/image40.svg"/><Relationship Id="rId1" Type="http://schemas.openxmlformats.org/officeDocument/2006/relationships/image" Target="../media/image25.png"/><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 Id="rId14" Type="http://schemas.openxmlformats.org/officeDocument/2006/relationships/image" Target="../media/image38.svg"/></Relationships>
</file>

<file path=ppt/diagrams/_rels/drawing8.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svg"/><Relationship Id="rId16" Type="http://schemas.openxmlformats.org/officeDocument/2006/relationships/image" Target="../media/image24.svg"/><Relationship Id="rId1" Type="http://schemas.openxmlformats.org/officeDocument/2006/relationships/image" Target="../media/image9.png"/><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svg"/></Relationships>
</file>

<file path=ppt/diagrams/_rels/drawing9.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image" Target="../media/image26.svg"/><Relationship Id="rId16" Type="http://schemas.openxmlformats.org/officeDocument/2006/relationships/image" Target="../media/image40.svg"/><Relationship Id="rId1" Type="http://schemas.openxmlformats.org/officeDocument/2006/relationships/image" Target="../media/image25.png"/><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 Id="rId1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79ACC8-2760-4B6E-85A2-8D003FB16A6F}"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B27A7F11-AF61-456B-AABA-0D6D95175094}">
      <dgm:prSet/>
      <dgm:spPr/>
      <dgm:t>
        <a:bodyPr/>
        <a:lstStyle/>
        <a:p>
          <a:r>
            <a:rPr lang="en-US"/>
            <a:t>Objective </a:t>
          </a:r>
        </a:p>
      </dgm:t>
    </dgm:pt>
    <dgm:pt modelId="{6BCC31D6-3549-422F-9CDB-DEE56D363548}" type="parTrans" cxnId="{3EBC5049-8629-4103-AB98-5E5EB83507CA}">
      <dgm:prSet/>
      <dgm:spPr/>
      <dgm:t>
        <a:bodyPr/>
        <a:lstStyle/>
        <a:p>
          <a:endParaRPr lang="en-US"/>
        </a:p>
      </dgm:t>
    </dgm:pt>
    <dgm:pt modelId="{FB20E867-5552-4782-8647-C3863AF39A52}" type="sibTrans" cxnId="{3EBC5049-8629-4103-AB98-5E5EB83507CA}">
      <dgm:prSet/>
      <dgm:spPr/>
      <dgm:t>
        <a:bodyPr/>
        <a:lstStyle/>
        <a:p>
          <a:endParaRPr lang="en-US"/>
        </a:p>
      </dgm:t>
    </dgm:pt>
    <dgm:pt modelId="{9E0732B5-338E-4583-9D6C-1D7F6F89A426}">
      <dgm:prSet/>
      <dgm:spPr/>
      <dgm:t>
        <a:bodyPr/>
        <a:lstStyle/>
        <a:p>
          <a:r>
            <a:rPr lang="en-US"/>
            <a:t>About Rummy </a:t>
          </a:r>
        </a:p>
      </dgm:t>
    </dgm:pt>
    <dgm:pt modelId="{CDD37074-132E-49F5-BE5D-712FE6EB2791}" type="parTrans" cxnId="{4FC384E2-55FC-4031-BE87-6810C3077689}">
      <dgm:prSet/>
      <dgm:spPr/>
      <dgm:t>
        <a:bodyPr/>
        <a:lstStyle/>
        <a:p>
          <a:endParaRPr lang="en-US"/>
        </a:p>
      </dgm:t>
    </dgm:pt>
    <dgm:pt modelId="{016BC8FA-51C9-4BD4-99C1-4D066509325E}" type="sibTrans" cxnId="{4FC384E2-55FC-4031-BE87-6810C3077689}">
      <dgm:prSet/>
      <dgm:spPr/>
      <dgm:t>
        <a:bodyPr/>
        <a:lstStyle/>
        <a:p>
          <a:endParaRPr lang="en-US"/>
        </a:p>
      </dgm:t>
    </dgm:pt>
    <dgm:pt modelId="{2B67516E-14A5-4EF5-9AD4-7511BCD406FE}">
      <dgm:prSet/>
      <dgm:spPr/>
      <dgm:t>
        <a:bodyPr/>
        <a:lstStyle/>
        <a:p>
          <a:r>
            <a:rPr lang="en-US"/>
            <a:t>Problem statement </a:t>
          </a:r>
        </a:p>
      </dgm:t>
    </dgm:pt>
    <dgm:pt modelId="{57F83336-C8BA-4B2F-B115-EECEA96236FD}" type="parTrans" cxnId="{7A00069F-09DA-43E4-94AE-E7E069F45290}">
      <dgm:prSet/>
      <dgm:spPr/>
      <dgm:t>
        <a:bodyPr/>
        <a:lstStyle/>
        <a:p>
          <a:endParaRPr lang="en-US"/>
        </a:p>
      </dgm:t>
    </dgm:pt>
    <dgm:pt modelId="{89B557BC-7DA2-47DF-844B-0ECE20156250}" type="sibTrans" cxnId="{7A00069F-09DA-43E4-94AE-E7E069F45290}">
      <dgm:prSet/>
      <dgm:spPr/>
      <dgm:t>
        <a:bodyPr/>
        <a:lstStyle/>
        <a:p>
          <a:endParaRPr lang="en-US"/>
        </a:p>
      </dgm:t>
    </dgm:pt>
    <dgm:pt modelId="{1763C254-12DE-4E4C-956B-ABE16D156AB6}">
      <dgm:prSet/>
      <dgm:spPr/>
      <dgm:t>
        <a:bodyPr/>
        <a:lstStyle/>
        <a:p>
          <a:r>
            <a:rPr lang="en-US"/>
            <a:t>Why Rummy?</a:t>
          </a:r>
        </a:p>
      </dgm:t>
    </dgm:pt>
    <dgm:pt modelId="{A2246759-40AC-418A-B487-F07489B1E4E4}" type="parTrans" cxnId="{A08BEBAE-08E4-42EE-998F-41731405024C}">
      <dgm:prSet/>
      <dgm:spPr/>
      <dgm:t>
        <a:bodyPr/>
        <a:lstStyle/>
        <a:p>
          <a:endParaRPr lang="en-US"/>
        </a:p>
      </dgm:t>
    </dgm:pt>
    <dgm:pt modelId="{E9935DF2-13A8-4351-BC8B-04009CCB5DFE}" type="sibTrans" cxnId="{A08BEBAE-08E4-42EE-998F-41731405024C}">
      <dgm:prSet/>
      <dgm:spPr/>
      <dgm:t>
        <a:bodyPr/>
        <a:lstStyle/>
        <a:p>
          <a:endParaRPr lang="en-US"/>
        </a:p>
      </dgm:t>
    </dgm:pt>
    <dgm:pt modelId="{33264E6A-A4CC-48AB-A2B5-7679DC5D03EA}">
      <dgm:prSet/>
      <dgm:spPr/>
      <dgm:t>
        <a:bodyPr/>
        <a:lstStyle/>
        <a:p>
          <a:r>
            <a:rPr lang="en-US"/>
            <a:t>Solution methodology </a:t>
          </a:r>
        </a:p>
      </dgm:t>
    </dgm:pt>
    <dgm:pt modelId="{AF22D873-441A-4B3C-B596-B4045B6832C0}" type="parTrans" cxnId="{56621C7F-BEF2-4D44-9E97-5AA7B2A2F6F3}">
      <dgm:prSet/>
      <dgm:spPr/>
      <dgm:t>
        <a:bodyPr/>
        <a:lstStyle/>
        <a:p>
          <a:endParaRPr lang="en-US"/>
        </a:p>
      </dgm:t>
    </dgm:pt>
    <dgm:pt modelId="{C92CF89A-1905-4591-B678-97514700A1D0}" type="sibTrans" cxnId="{56621C7F-BEF2-4D44-9E97-5AA7B2A2F6F3}">
      <dgm:prSet/>
      <dgm:spPr/>
      <dgm:t>
        <a:bodyPr/>
        <a:lstStyle/>
        <a:p>
          <a:endParaRPr lang="en-US"/>
        </a:p>
      </dgm:t>
    </dgm:pt>
    <dgm:pt modelId="{352D3514-86B1-438B-BBCC-6746F5A2F6C4}">
      <dgm:prSet/>
      <dgm:spPr/>
      <dgm:t>
        <a:bodyPr/>
        <a:lstStyle/>
        <a:p>
          <a:r>
            <a:rPr lang="en-US"/>
            <a:t>Experimental Framework </a:t>
          </a:r>
        </a:p>
      </dgm:t>
    </dgm:pt>
    <dgm:pt modelId="{46AB922E-3F7D-476D-ACA5-8D2E9568ADFF}" type="parTrans" cxnId="{19F11381-1E6D-4B22-A2D0-833EFD59E439}">
      <dgm:prSet/>
      <dgm:spPr/>
      <dgm:t>
        <a:bodyPr/>
        <a:lstStyle/>
        <a:p>
          <a:endParaRPr lang="en-US"/>
        </a:p>
      </dgm:t>
    </dgm:pt>
    <dgm:pt modelId="{304CA4AF-2BC9-44BC-BAF3-16555F0C7EBC}" type="sibTrans" cxnId="{19F11381-1E6D-4B22-A2D0-833EFD59E439}">
      <dgm:prSet/>
      <dgm:spPr/>
      <dgm:t>
        <a:bodyPr/>
        <a:lstStyle/>
        <a:p>
          <a:endParaRPr lang="en-US"/>
        </a:p>
      </dgm:t>
    </dgm:pt>
    <dgm:pt modelId="{1A7DE1A0-982A-4296-9B6D-9ED4D3499711}">
      <dgm:prSet/>
      <dgm:spPr/>
      <dgm:t>
        <a:bodyPr/>
        <a:lstStyle/>
        <a:p>
          <a:r>
            <a:rPr lang="en-US"/>
            <a:t>Process, Challenges, and Lessons</a:t>
          </a:r>
        </a:p>
      </dgm:t>
    </dgm:pt>
    <dgm:pt modelId="{D1D52A33-462F-4891-ACF5-6A2B8AA92742}" type="parTrans" cxnId="{CB93FCE6-076F-43D3-B149-9C6AD0CDE3FC}">
      <dgm:prSet/>
      <dgm:spPr/>
      <dgm:t>
        <a:bodyPr/>
        <a:lstStyle/>
        <a:p>
          <a:endParaRPr lang="en-US"/>
        </a:p>
      </dgm:t>
    </dgm:pt>
    <dgm:pt modelId="{6FEEF7DA-5EEB-45D1-A094-8D10F0E7A7FA}" type="sibTrans" cxnId="{CB93FCE6-076F-43D3-B149-9C6AD0CDE3FC}">
      <dgm:prSet/>
      <dgm:spPr/>
      <dgm:t>
        <a:bodyPr/>
        <a:lstStyle/>
        <a:p>
          <a:endParaRPr lang="en-US"/>
        </a:p>
      </dgm:t>
    </dgm:pt>
    <dgm:pt modelId="{486B03DA-20E2-40FB-8FC1-1CE043D3DB24}">
      <dgm:prSet/>
      <dgm:spPr/>
      <dgm:t>
        <a:bodyPr/>
        <a:lstStyle/>
        <a:p>
          <a:r>
            <a:rPr lang="en-US"/>
            <a:t>Timeline </a:t>
          </a:r>
        </a:p>
      </dgm:t>
    </dgm:pt>
    <dgm:pt modelId="{5D42E510-7AFD-4406-8AA9-69EE8E52593A}" type="parTrans" cxnId="{649FEB8D-F987-46EE-BBA2-16264CD46039}">
      <dgm:prSet/>
      <dgm:spPr/>
      <dgm:t>
        <a:bodyPr/>
        <a:lstStyle/>
        <a:p>
          <a:endParaRPr lang="en-US"/>
        </a:p>
      </dgm:t>
    </dgm:pt>
    <dgm:pt modelId="{99E98F59-9118-4941-B7F7-607B363117B2}" type="sibTrans" cxnId="{649FEB8D-F987-46EE-BBA2-16264CD46039}">
      <dgm:prSet/>
      <dgm:spPr/>
      <dgm:t>
        <a:bodyPr/>
        <a:lstStyle/>
        <a:p>
          <a:endParaRPr lang="en-US"/>
        </a:p>
      </dgm:t>
    </dgm:pt>
    <dgm:pt modelId="{86EF8CF7-B003-479A-9D43-B0AF7C629ED3}">
      <dgm:prSet/>
      <dgm:spPr/>
      <dgm:t>
        <a:bodyPr/>
        <a:lstStyle/>
        <a:p>
          <a:r>
            <a:rPr lang="en-US"/>
            <a:t>Our Code</a:t>
          </a:r>
        </a:p>
      </dgm:t>
    </dgm:pt>
    <dgm:pt modelId="{2AFA573D-A398-4B9B-8D45-535989DB51C2}" type="parTrans" cxnId="{43DDCA0E-8907-45A2-9C8B-61C4F45B1E13}">
      <dgm:prSet/>
      <dgm:spPr/>
      <dgm:t>
        <a:bodyPr/>
        <a:lstStyle/>
        <a:p>
          <a:endParaRPr lang="en-US"/>
        </a:p>
      </dgm:t>
    </dgm:pt>
    <dgm:pt modelId="{8A343460-9074-4826-9E76-6F9BEF30BEC1}" type="sibTrans" cxnId="{43DDCA0E-8907-45A2-9C8B-61C4F45B1E13}">
      <dgm:prSet/>
      <dgm:spPr/>
      <dgm:t>
        <a:bodyPr/>
        <a:lstStyle/>
        <a:p>
          <a:endParaRPr lang="en-US"/>
        </a:p>
      </dgm:t>
    </dgm:pt>
    <dgm:pt modelId="{FFB84E89-8FC2-4DCB-B407-304823200EE9}">
      <dgm:prSet/>
      <dgm:spPr/>
      <dgm:t>
        <a:bodyPr/>
        <a:lstStyle/>
        <a:p>
          <a:r>
            <a:rPr lang="en-US"/>
            <a:t>Results</a:t>
          </a:r>
        </a:p>
      </dgm:t>
    </dgm:pt>
    <dgm:pt modelId="{09191A77-98EF-4CA6-92A5-2182AD9AE047}" type="parTrans" cxnId="{14B53DE3-A32D-4122-A98B-29E26BFC3A30}">
      <dgm:prSet/>
      <dgm:spPr/>
      <dgm:t>
        <a:bodyPr/>
        <a:lstStyle/>
        <a:p>
          <a:endParaRPr lang="en-US"/>
        </a:p>
      </dgm:t>
    </dgm:pt>
    <dgm:pt modelId="{ABE99A1A-23A3-40BF-B55F-FAF27681E033}" type="sibTrans" cxnId="{14B53DE3-A32D-4122-A98B-29E26BFC3A30}">
      <dgm:prSet/>
      <dgm:spPr/>
      <dgm:t>
        <a:bodyPr/>
        <a:lstStyle/>
        <a:p>
          <a:endParaRPr lang="en-US"/>
        </a:p>
      </dgm:t>
    </dgm:pt>
    <dgm:pt modelId="{2F126EF2-E1D3-43BE-A75C-EE7B84DE10A5}">
      <dgm:prSet/>
      <dgm:spPr/>
      <dgm:t>
        <a:bodyPr/>
        <a:lstStyle/>
        <a:p>
          <a:r>
            <a:rPr lang="en-CA"/>
            <a:t>Conclusion and Future work </a:t>
          </a:r>
          <a:endParaRPr lang="en-US"/>
        </a:p>
      </dgm:t>
    </dgm:pt>
    <dgm:pt modelId="{9BCE6AAE-38C3-4362-A2CD-2D1827A03CA3}" type="parTrans" cxnId="{3B973E68-9F56-46A2-A96F-4CC509F6439F}">
      <dgm:prSet/>
      <dgm:spPr/>
      <dgm:t>
        <a:bodyPr/>
        <a:lstStyle/>
        <a:p>
          <a:endParaRPr lang="en-US"/>
        </a:p>
      </dgm:t>
    </dgm:pt>
    <dgm:pt modelId="{E3890DFA-103E-43B6-81F1-5538D26F52CF}" type="sibTrans" cxnId="{3B973E68-9F56-46A2-A96F-4CC509F6439F}">
      <dgm:prSet/>
      <dgm:spPr/>
      <dgm:t>
        <a:bodyPr/>
        <a:lstStyle/>
        <a:p>
          <a:endParaRPr lang="en-US"/>
        </a:p>
      </dgm:t>
    </dgm:pt>
    <dgm:pt modelId="{4D183937-38B7-46F6-A200-21D239069FEC}">
      <dgm:prSet/>
      <dgm:spPr/>
      <dgm:t>
        <a:bodyPr/>
        <a:lstStyle/>
        <a:p>
          <a:r>
            <a:rPr lang="en-CA"/>
            <a:t>Development Tools &amp; External Materials</a:t>
          </a:r>
          <a:endParaRPr lang="en-US"/>
        </a:p>
      </dgm:t>
    </dgm:pt>
    <dgm:pt modelId="{D27CA089-D25E-4EA1-8C14-ED5C118D91BD}" type="parTrans" cxnId="{557C7000-97EC-4300-8A53-AB470EC23DD8}">
      <dgm:prSet/>
      <dgm:spPr/>
      <dgm:t>
        <a:bodyPr/>
        <a:lstStyle/>
        <a:p>
          <a:endParaRPr lang="en-US"/>
        </a:p>
      </dgm:t>
    </dgm:pt>
    <dgm:pt modelId="{00354858-8B4A-4497-A030-C79BE02582A3}" type="sibTrans" cxnId="{557C7000-97EC-4300-8A53-AB470EC23DD8}">
      <dgm:prSet/>
      <dgm:spPr/>
      <dgm:t>
        <a:bodyPr/>
        <a:lstStyle/>
        <a:p>
          <a:endParaRPr lang="en-US"/>
        </a:p>
      </dgm:t>
    </dgm:pt>
    <dgm:pt modelId="{1AC50B47-2959-46EA-BB39-323E8F71A957}">
      <dgm:prSet/>
      <dgm:spPr/>
      <dgm:t>
        <a:bodyPr/>
        <a:lstStyle/>
        <a:p>
          <a:r>
            <a:rPr lang="en-CA"/>
            <a:t>Thank you </a:t>
          </a:r>
          <a:endParaRPr lang="en-US"/>
        </a:p>
      </dgm:t>
    </dgm:pt>
    <dgm:pt modelId="{951DB8FD-A3C3-43DF-97D8-CAD70704E016}" type="parTrans" cxnId="{6FFB00EB-9F5A-4DE6-BBB2-60DFF5965F0B}">
      <dgm:prSet/>
      <dgm:spPr/>
      <dgm:t>
        <a:bodyPr/>
        <a:lstStyle/>
        <a:p>
          <a:endParaRPr lang="en-US"/>
        </a:p>
      </dgm:t>
    </dgm:pt>
    <dgm:pt modelId="{CFCC8155-BF71-41C8-AB43-9E907BEB5C18}" type="sibTrans" cxnId="{6FFB00EB-9F5A-4DE6-BBB2-60DFF5965F0B}">
      <dgm:prSet/>
      <dgm:spPr/>
      <dgm:t>
        <a:bodyPr/>
        <a:lstStyle/>
        <a:p>
          <a:endParaRPr lang="en-US"/>
        </a:p>
      </dgm:t>
    </dgm:pt>
    <dgm:pt modelId="{5D45407E-AD19-4E46-A843-09FF5E7F857F}" type="pres">
      <dgm:prSet presAssocID="{5379ACC8-2760-4B6E-85A2-8D003FB16A6F}" presName="diagram" presStyleCnt="0">
        <dgm:presLayoutVars>
          <dgm:dir/>
          <dgm:resizeHandles val="exact"/>
        </dgm:presLayoutVars>
      </dgm:prSet>
      <dgm:spPr/>
    </dgm:pt>
    <dgm:pt modelId="{177BBE24-D7D8-4302-A26A-C367D9FC5FDD}" type="pres">
      <dgm:prSet presAssocID="{B27A7F11-AF61-456B-AABA-0D6D95175094}" presName="node" presStyleLbl="node1" presStyleIdx="0" presStyleCnt="13">
        <dgm:presLayoutVars>
          <dgm:bulletEnabled val="1"/>
        </dgm:presLayoutVars>
      </dgm:prSet>
      <dgm:spPr/>
    </dgm:pt>
    <dgm:pt modelId="{DFAFE7DB-6167-4DD6-BE4C-89CD0D5B8148}" type="pres">
      <dgm:prSet presAssocID="{FB20E867-5552-4782-8647-C3863AF39A52}" presName="sibTrans" presStyleCnt="0"/>
      <dgm:spPr/>
    </dgm:pt>
    <dgm:pt modelId="{02BABFA1-AF56-48CC-B687-6885D267C7BC}" type="pres">
      <dgm:prSet presAssocID="{9E0732B5-338E-4583-9D6C-1D7F6F89A426}" presName="node" presStyleLbl="node1" presStyleIdx="1" presStyleCnt="13">
        <dgm:presLayoutVars>
          <dgm:bulletEnabled val="1"/>
        </dgm:presLayoutVars>
      </dgm:prSet>
      <dgm:spPr/>
    </dgm:pt>
    <dgm:pt modelId="{97E839E3-53CF-4287-B44D-4FD53BE4D739}" type="pres">
      <dgm:prSet presAssocID="{016BC8FA-51C9-4BD4-99C1-4D066509325E}" presName="sibTrans" presStyleCnt="0"/>
      <dgm:spPr/>
    </dgm:pt>
    <dgm:pt modelId="{495FA482-34ED-44E3-A8AF-1370B1AE03E0}" type="pres">
      <dgm:prSet presAssocID="{2B67516E-14A5-4EF5-9AD4-7511BCD406FE}" presName="node" presStyleLbl="node1" presStyleIdx="2" presStyleCnt="13">
        <dgm:presLayoutVars>
          <dgm:bulletEnabled val="1"/>
        </dgm:presLayoutVars>
      </dgm:prSet>
      <dgm:spPr/>
    </dgm:pt>
    <dgm:pt modelId="{5C198016-4F78-4EAB-BD10-2DD2C94AB4DE}" type="pres">
      <dgm:prSet presAssocID="{89B557BC-7DA2-47DF-844B-0ECE20156250}" presName="sibTrans" presStyleCnt="0"/>
      <dgm:spPr/>
    </dgm:pt>
    <dgm:pt modelId="{DD61B1BE-A94E-413B-851D-32B3BEA59C27}" type="pres">
      <dgm:prSet presAssocID="{1763C254-12DE-4E4C-956B-ABE16D156AB6}" presName="node" presStyleLbl="node1" presStyleIdx="3" presStyleCnt="13">
        <dgm:presLayoutVars>
          <dgm:bulletEnabled val="1"/>
        </dgm:presLayoutVars>
      </dgm:prSet>
      <dgm:spPr/>
    </dgm:pt>
    <dgm:pt modelId="{363AD70F-A88D-48F4-8579-C3899A5FD089}" type="pres">
      <dgm:prSet presAssocID="{E9935DF2-13A8-4351-BC8B-04009CCB5DFE}" presName="sibTrans" presStyleCnt="0"/>
      <dgm:spPr/>
    </dgm:pt>
    <dgm:pt modelId="{014ADB00-6A58-4242-ABD0-86563F614397}" type="pres">
      <dgm:prSet presAssocID="{33264E6A-A4CC-48AB-A2B5-7679DC5D03EA}" presName="node" presStyleLbl="node1" presStyleIdx="4" presStyleCnt="13">
        <dgm:presLayoutVars>
          <dgm:bulletEnabled val="1"/>
        </dgm:presLayoutVars>
      </dgm:prSet>
      <dgm:spPr/>
    </dgm:pt>
    <dgm:pt modelId="{7591CD86-8F03-499C-951D-A40623658E20}" type="pres">
      <dgm:prSet presAssocID="{C92CF89A-1905-4591-B678-97514700A1D0}" presName="sibTrans" presStyleCnt="0"/>
      <dgm:spPr/>
    </dgm:pt>
    <dgm:pt modelId="{FDE0A27E-CE4A-4CBC-8256-B43956B69560}" type="pres">
      <dgm:prSet presAssocID="{352D3514-86B1-438B-BBCC-6746F5A2F6C4}" presName="node" presStyleLbl="node1" presStyleIdx="5" presStyleCnt="13">
        <dgm:presLayoutVars>
          <dgm:bulletEnabled val="1"/>
        </dgm:presLayoutVars>
      </dgm:prSet>
      <dgm:spPr/>
    </dgm:pt>
    <dgm:pt modelId="{B148FD3E-4546-49E4-8A42-9FB4FD308058}" type="pres">
      <dgm:prSet presAssocID="{304CA4AF-2BC9-44BC-BAF3-16555F0C7EBC}" presName="sibTrans" presStyleCnt="0"/>
      <dgm:spPr/>
    </dgm:pt>
    <dgm:pt modelId="{DBEFF299-E4D9-4774-9885-6713B74F64AC}" type="pres">
      <dgm:prSet presAssocID="{1A7DE1A0-982A-4296-9B6D-9ED4D3499711}" presName="node" presStyleLbl="node1" presStyleIdx="6" presStyleCnt="13">
        <dgm:presLayoutVars>
          <dgm:bulletEnabled val="1"/>
        </dgm:presLayoutVars>
      </dgm:prSet>
      <dgm:spPr/>
    </dgm:pt>
    <dgm:pt modelId="{6FDBCCC8-1141-4515-BDB7-4BA88340FB02}" type="pres">
      <dgm:prSet presAssocID="{6FEEF7DA-5EEB-45D1-A094-8D10F0E7A7FA}" presName="sibTrans" presStyleCnt="0"/>
      <dgm:spPr/>
    </dgm:pt>
    <dgm:pt modelId="{2E066C4E-EF0D-41E2-9F25-AB333E0CF505}" type="pres">
      <dgm:prSet presAssocID="{486B03DA-20E2-40FB-8FC1-1CE043D3DB24}" presName="node" presStyleLbl="node1" presStyleIdx="7" presStyleCnt="13">
        <dgm:presLayoutVars>
          <dgm:bulletEnabled val="1"/>
        </dgm:presLayoutVars>
      </dgm:prSet>
      <dgm:spPr/>
    </dgm:pt>
    <dgm:pt modelId="{53B87E68-A908-4B06-9FC4-D8CFD1DC2800}" type="pres">
      <dgm:prSet presAssocID="{99E98F59-9118-4941-B7F7-607B363117B2}" presName="sibTrans" presStyleCnt="0"/>
      <dgm:spPr/>
    </dgm:pt>
    <dgm:pt modelId="{58D5FE60-B2C8-46DF-8877-260F1A35DFCB}" type="pres">
      <dgm:prSet presAssocID="{86EF8CF7-B003-479A-9D43-B0AF7C629ED3}" presName="node" presStyleLbl="node1" presStyleIdx="8" presStyleCnt="13">
        <dgm:presLayoutVars>
          <dgm:bulletEnabled val="1"/>
        </dgm:presLayoutVars>
      </dgm:prSet>
      <dgm:spPr/>
    </dgm:pt>
    <dgm:pt modelId="{9F9B0BEC-8D6C-4F89-9AEF-234DF2273996}" type="pres">
      <dgm:prSet presAssocID="{8A343460-9074-4826-9E76-6F9BEF30BEC1}" presName="sibTrans" presStyleCnt="0"/>
      <dgm:spPr/>
    </dgm:pt>
    <dgm:pt modelId="{2BF7990C-A12C-426F-AA4D-A12A28F153C3}" type="pres">
      <dgm:prSet presAssocID="{FFB84E89-8FC2-4DCB-B407-304823200EE9}" presName="node" presStyleLbl="node1" presStyleIdx="9" presStyleCnt="13">
        <dgm:presLayoutVars>
          <dgm:bulletEnabled val="1"/>
        </dgm:presLayoutVars>
      </dgm:prSet>
      <dgm:spPr/>
    </dgm:pt>
    <dgm:pt modelId="{55F6548D-0725-424B-B964-B38FFCEDBAC7}" type="pres">
      <dgm:prSet presAssocID="{ABE99A1A-23A3-40BF-B55F-FAF27681E033}" presName="sibTrans" presStyleCnt="0"/>
      <dgm:spPr/>
    </dgm:pt>
    <dgm:pt modelId="{A126D2E0-3080-4D45-83B2-C64771801D3C}" type="pres">
      <dgm:prSet presAssocID="{2F126EF2-E1D3-43BE-A75C-EE7B84DE10A5}" presName="node" presStyleLbl="node1" presStyleIdx="10" presStyleCnt="13">
        <dgm:presLayoutVars>
          <dgm:bulletEnabled val="1"/>
        </dgm:presLayoutVars>
      </dgm:prSet>
      <dgm:spPr/>
    </dgm:pt>
    <dgm:pt modelId="{25E8BAFB-8F32-4617-88FC-15253462DB01}" type="pres">
      <dgm:prSet presAssocID="{E3890DFA-103E-43B6-81F1-5538D26F52CF}" presName="sibTrans" presStyleCnt="0"/>
      <dgm:spPr/>
    </dgm:pt>
    <dgm:pt modelId="{D8F07C9E-EE56-457F-943E-9253E9CDCA0F}" type="pres">
      <dgm:prSet presAssocID="{4D183937-38B7-46F6-A200-21D239069FEC}" presName="node" presStyleLbl="node1" presStyleIdx="11" presStyleCnt="13">
        <dgm:presLayoutVars>
          <dgm:bulletEnabled val="1"/>
        </dgm:presLayoutVars>
      </dgm:prSet>
      <dgm:spPr/>
    </dgm:pt>
    <dgm:pt modelId="{F2DBB06F-18A2-40D0-BE68-9358280CEFC0}" type="pres">
      <dgm:prSet presAssocID="{00354858-8B4A-4497-A030-C79BE02582A3}" presName="sibTrans" presStyleCnt="0"/>
      <dgm:spPr/>
    </dgm:pt>
    <dgm:pt modelId="{741FD492-8A2F-4935-B776-41950BF8578C}" type="pres">
      <dgm:prSet presAssocID="{1AC50B47-2959-46EA-BB39-323E8F71A957}" presName="node" presStyleLbl="node1" presStyleIdx="12" presStyleCnt="13">
        <dgm:presLayoutVars>
          <dgm:bulletEnabled val="1"/>
        </dgm:presLayoutVars>
      </dgm:prSet>
      <dgm:spPr/>
    </dgm:pt>
  </dgm:ptLst>
  <dgm:cxnLst>
    <dgm:cxn modelId="{557C7000-97EC-4300-8A53-AB470EC23DD8}" srcId="{5379ACC8-2760-4B6E-85A2-8D003FB16A6F}" destId="{4D183937-38B7-46F6-A200-21D239069FEC}" srcOrd="11" destOrd="0" parTransId="{D27CA089-D25E-4EA1-8C14-ED5C118D91BD}" sibTransId="{00354858-8B4A-4497-A030-C79BE02582A3}"/>
    <dgm:cxn modelId="{72303A08-CDFA-41AB-9FA3-D9AE7464EC3E}" type="presOf" srcId="{B27A7F11-AF61-456B-AABA-0D6D95175094}" destId="{177BBE24-D7D8-4302-A26A-C367D9FC5FDD}" srcOrd="0" destOrd="0" presId="urn:microsoft.com/office/officeart/2005/8/layout/default"/>
    <dgm:cxn modelId="{2CE12609-CADD-4EAF-9CFC-4D54326EC3C4}" type="presOf" srcId="{33264E6A-A4CC-48AB-A2B5-7679DC5D03EA}" destId="{014ADB00-6A58-4242-ABD0-86563F614397}" srcOrd="0" destOrd="0" presId="urn:microsoft.com/office/officeart/2005/8/layout/default"/>
    <dgm:cxn modelId="{8D06470B-8C8C-4995-950D-547C0F122060}" type="presOf" srcId="{9E0732B5-338E-4583-9D6C-1D7F6F89A426}" destId="{02BABFA1-AF56-48CC-B687-6885D267C7BC}" srcOrd="0" destOrd="0" presId="urn:microsoft.com/office/officeart/2005/8/layout/default"/>
    <dgm:cxn modelId="{43DDCA0E-8907-45A2-9C8B-61C4F45B1E13}" srcId="{5379ACC8-2760-4B6E-85A2-8D003FB16A6F}" destId="{86EF8CF7-B003-479A-9D43-B0AF7C629ED3}" srcOrd="8" destOrd="0" parTransId="{2AFA573D-A398-4B9B-8D45-535989DB51C2}" sibTransId="{8A343460-9074-4826-9E76-6F9BEF30BEC1}"/>
    <dgm:cxn modelId="{935ED41D-1709-4911-A11A-48326E6842F7}" type="presOf" srcId="{1763C254-12DE-4E4C-956B-ABE16D156AB6}" destId="{DD61B1BE-A94E-413B-851D-32B3BEA59C27}" srcOrd="0" destOrd="0" presId="urn:microsoft.com/office/officeart/2005/8/layout/default"/>
    <dgm:cxn modelId="{258E8240-A448-41A0-8200-BC93A2849D99}" type="presOf" srcId="{352D3514-86B1-438B-BBCC-6746F5A2F6C4}" destId="{FDE0A27E-CE4A-4CBC-8256-B43956B69560}" srcOrd="0" destOrd="0" presId="urn:microsoft.com/office/officeart/2005/8/layout/default"/>
    <dgm:cxn modelId="{0C054E5C-9B18-4779-A92B-DB2A08E33F3C}" type="presOf" srcId="{86EF8CF7-B003-479A-9D43-B0AF7C629ED3}" destId="{58D5FE60-B2C8-46DF-8877-260F1A35DFCB}" srcOrd="0" destOrd="0" presId="urn:microsoft.com/office/officeart/2005/8/layout/default"/>
    <dgm:cxn modelId="{5800DE62-1D86-4E6D-A6B2-A310743D6356}" type="presOf" srcId="{5379ACC8-2760-4B6E-85A2-8D003FB16A6F}" destId="{5D45407E-AD19-4E46-A843-09FF5E7F857F}" srcOrd="0" destOrd="0" presId="urn:microsoft.com/office/officeart/2005/8/layout/default"/>
    <dgm:cxn modelId="{2AC4D644-20CE-41B4-AB62-CE240319D59D}" type="presOf" srcId="{1A7DE1A0-982A-4296-9B6D-9ED4D3499711}" destId="{DBEFF299-E4D9-4774-9885-6713B74F64AC}" srcOrd="0" destOrd="0" presId="urn:microsoft.com/office/officeart/2005/8/layout/default"/>
    <dgm:cxn modelId="{027B0C48-72AB-4F2B-8419-90E8353EA292}" type="presOf" srcId="{FFB84E89-8FC2-4DCB-B407-304823200EE9}" destId="{2BF7990C-A12C-426F-AA4D-A12A28F153C3}" srcOrd="0" destOrd="0" presId="urn:microsoft.com/office/officeart/2005/8/layout/default"/>
    <dgm:cxn modelId="{3B973E68-9F56-46A2-A96F-4CC509F6439F}" srcId="{5379ACC8-2760-4B6E-85A2-8D003FB16A6F}" destId="{2F126EF2-E1D3-43BE-A75C-EE7B84DE10A5}" srcOrd="10" destOrd="0" parTransId="{9BCE6AAE-38C3-4362-A2CD-2D1827A03CA3}" sibTransId="{E3890DFA-103E-43B6-81F1-5538D26F52CF}"/>
    <dgm:cxn modelId="{3EBC5049-8629-4103-AB98-5E5EB83507CA}" srcId="{5379ACC8-2760-4B6E-85A2-8D003FB16A6F}" destId="{B27A7F11-AF61-456B-AABA-0D6D95175094}" srcOrd="0" destOrd="0" parTransId="{6BCC31D6-3549-422F-9CDB-DEE56D363548}" sibTransId="{FB20E867-5552-4782-8647-C3863AF39A52}"/>
    <dgm:cxn modelId="{56621C7F-BEF2-4D44-9E97-5AA7B2A2F6F3}" srcId="{5379ACC8-2760-4B6E-85A2-8D003FB16A6F}" destId="{33264E6A-A4CC-48AB-A2B5-7679DC5D03EA}" srcOrd="4" destOrd="0" parTransId="{AF22D873-441A-4B3C-B596-B4045B6832C0}" sibTransId="{C92CF89A-1905-4591-B678-97514700A1D0}"/>
    <dgm:cxn modelId="{19F11381-1E6D-4B22-A2D0-833EFD59E439}" srcId="{5379ACC8-2760-4B6E-85A2-8D003FB16A6F}" destId="{352D3514-86B1-438B-BBCC-6746F5A2F6C4}" srcOrd="5" destOrd="0" parTransId="{46AB922E-3F7D-476D-ACA5-8D2E9568ADFF}" sibTransId="{304CA4AF-2BC9-44BC-BAF3-16555F0C7EBC}"/>
    <dgm:cxn modelId="{05AB5E84-8338-4839-971C-F264CEEB8B1F}" type="presOf" srcId="{4D183937-38B7-46F6-A200-21D239069FEC}" destId="{D8F07C9E-EE56-457F-943E-9253E9CDCA0F}" srcOrd="0" destOrd="0" presId="urn:microsoft.com/office/officeart/2005/8/layout/default"/>
    <dgm:cxn modelId="{649FEB8D-F987-46EE-BBA2-16264CD46039}" srcId="{5379ACC8-2760-4B6E-85A2-8D003FB16A6F}" destId="{486B03DA-20E2-40FB-8FC1-1CE043D3DB24}" srcOrd="7" destOrd="0" parTransId="{5D42E510-7AFD-4406-8AA9-69EE8E52593A}" sibTransId="{99E98F59-9118-4941-B7F7-607B363117B2}"/>
    <dgm:cxn modelId="{7A00069F-09DA-43E4-94AE-E7E069F45290}" srcId="{5379ACC8-2760-4B6E-85A2-8D003FB16A6F}" destId="{2B67516E-14A5-4EF5-9AD4-7511BCD406FE}" srcOrd="2" destOrd="0" parTransId="{57F83336-C8BA-4B2F-B115-EECEA96236FD}" sibTransId="{89B557BC-7DA2-47DF-844B-0ECE20156250}"/>
    <dgm:cxn modelId="{B6EA26A9-345E-4451-B944-3856AD191F99}" type="presOf" srcId="{486B03DA-20E2-40FB-8FC1-1CE043D3DB24}" destId="{2E066C4E-EF0D-41E2-9F25-AB333E0CF505}" srcOrd="0" destOrd="0" presId="urn:microsoft.com/office/officeart/2005/8/layout/default"/>
    <dgm:cxn modelId="{A08BEBAE-08E4-42EE-998F-41731405024C}" srcId="{5379ACC8-2760-4B6E-85A2-8D003FB16A6F}" destId="{1763C254-12DE-4E4C-956B-ABE16D156AB6}" srcOrd="3" destOrd="0" parTransId="{A2246759-40AC-418A-B487-F07489B1E4E4}" sibTransId="{E9935DF2-13A8-4351-BC8B-04009CCB5DFE}"/>
    <dgm:cxn modelId="{0AD682B7-39FA-44C2-A20E-A6182FAB3E9A}" type="presOf" srcId="{2B67516E-14A5-4EF5-9AD4-7511BCD406FE}" destId="{495FA482-34ED-44E3-A8AF-1370B1AE03E0}" srcOrd="0" destOrd="0" presId="urn:microsoft.com/office/officeart/2005/8/layout/default"/>
    <dgm:cxn modelId="{6B9367BC-44B9-419D-8497-718568DFF1D7}" type="presOf" srcId="{1AC50B47-2959-46EA-BB39-323E8F71A957}" destId="{741FD492-8A2F-4935-B776-41950BF8578C}" srcOrd="0" destOrd="0" presId="urn:microsoft.com/office/officeart/2005/8/layout/default"/>
    <dgm:cxn modelId="{4FC384E2-55FC-4031-BE87-6810C3077689}" srcId="{5379ACC8-2760-4B6E-85A2-8D003FB16A6F}" destId="{9E0732B5-338E-4583-9D6C-1D7F6F89A426}" srcOrd="1" destOrd="0" parTransId="{CDD37074-132E-49F5-BE5D-712FE6EB2791}" sibTransId="{016BC8FA-51C9-4BD4-99C1-4D066509325E}"/>
    <dgm:cxn modelId="{14B53DE3-A32D-4122-A98B-29E26BFC3A30}" srcId="{5379ACC8-2760-4B6E-85A2-8D003FB16A6F}" destId="{FFB84E89-8FC2-4DCB-B407-304823200EE9}" srcOrd="9" destOrd="0" parTransId="{09191A77-98EF-4CA6-92A5-2182AD9AE047}" sibTransId="{ABE99A1A-23A3-40BF-B55F-FAF27681E033}"/>
    <dgm:cxn modelId="{CB93FCE6-076F-43D3-B149-9C6AD0CDE3FC}" srcId="{5379ACC8-2760-4B6E-85A2-8D003FB16A6F}" destId="{1A7DE1A0-982A-4296-9B6D-9ED4D3499711}" srcOrd="6" destOrd="0" parTransId="{D1D52A33-462F-4891-ACF5-6A2B8AA92742}" sibTransId="{6FEEF7DA-5EEB-45D1-A094-8D10F0E7A7FA}"/>
    <dgm:cxn modelId="{6FFB00EB-9F5A-4DE6-BBB2-60DFF5965F0B}" srcId="{5379ACC8-2760-4B6E-85A2-8D003FB16A6F}" destId="{1AC50B47-2959-46EA-BB39-323E8F71A957}" srcOrd="12" destOrd="0" parTransId="{951DB8FD-A3C3-43DF-97D8-CAD70704E016}" sibTransId="{CFCC8155-BF71-41C8-AB43-9E907BEB5C18}"/>
    <dgm:cxn modelId="{BC9BBAFE-556D-4F43-8FB5-536DA9D3ACAE}" type="presOf" srcId="{2F126EF2-E1D3-43BE-A75C-EE7B84DE10A5}" destId="{A126D2E0-3080-4D45-83B2-C64771801D3C}" srcOrd="0" destOrd="0" presId="urn:microsoft.com/office/officeart/2005/8/layout/default"/>
    <dgm:cxn modelId="{05ADC43A-1C0C-43B8-AC7B-7757C02240DD}" type="presParOf" srcId="{5D45407E-AD19-4E46-A843-09FF5E7F857F}" destId="{177BBE24-D7D8-4302-A26A-C367D9FC5FDD}" srcOrd="0" destOrd="0" presId="urn:microsoft.com/office/officeart/2005/8/layout/default"/>
    <dgm:cxn modelId="{4B1D99D5-5784-4E43-B23D-DA94F1151F2F}" type="presParOf" srcId="{5D45407E-AD19-4E46-A843-09FF5E7F857F}" destId="{DFAFE7DB-6167-4DD6-BE4C-89CD0D5B8148}" srcOrd="1" destOrd="0" presId="urn:microsoft.com/office/officeart/2005/8/layout/default"/>
    <dgm:cxn modelId="{FCD67CDE-F3F0-40A2-81D4-0A96322B1B45}" type="presParOf" srcId="{5D45407E-AD19-4E46-A843-09FF5E7F857F}" destId="{02BABFA1-AF56-48CC-B687-6885D267C7BC}" srcOrd="2" destOrd="0" presId="urn:microsoft.com/office/officeart/2005/8/layout/default"/>
    <dgm:cxn modelId="{51F2978A-AD9B-4318-80C9-AE827DCA8529}" type="presParOf" srcId="{5D45407E-AD19-4E46-A843-09FF5E7F857F}" destId="{97E839E3-53CF-4287-B44D-4FD53BE4D739}" srcOrd="3" destOrd="0" presId="urn:microsoft.com/office/officeart/2005/8/layout/default"/>
    <dgm:cxn modelId="{2ACD42A1-16F3-488D-A0A8-E4B94C189A13}" type="presParOf" srcId="{5D45407E-AD19-4E46-A843-09FF5E7F857F}" destId="{495FA482-34ED-44E3-A8AF-1370B1AE03E0}" srcOrd="4" destOrd="0" presId="urn:microsoft.com/office/officeart/2005/8/layout/default"/>
    <dgm:cxn modelId="{D44E99D5-A434-4198-92B7-4258DCF77912}" type="presParOf" srcId="{5D45407E-AD19-4E46-A843-09FF5E7F857F}" destId="{5C198016-4F78-4EAB-BD10-2DD2C94AB4DE}" srcOrd="5" destOrd="0" presId="urn:microsoft.com/office/officeart/2005/8/layout/default"/>
    <dgm:cxn modelId="{1A1C9B02-4351-4422-B48B-62315ABC3EBC}" type="presParOf" srcId="{5D45407E-AD19-4E46-A843-09FF5E7F857F}" destId="{DD61B1BE-A94E-413B-851D-32B3BEA59C27}" srcOrd="6" destOrd="0" presId="urn:microsoft.com/office/officeart/2005/8/layout/default"/>
    <dgm:cxn modelId="{E4DA98C4-79F2-4468-B71A-B00781ED46B3}" type="presParOf" srcId="{5D45407E-AD19-4E46-A843-09FF5E7F857F}" destId="{363AD70F-A88D-48F4-8579-C3899A5FD089}" srcOrd="7" destOrd="0" presId="urn:microsoft.com/office/officeart/2005/8/layout/default"/>
    <dgm:cxn modelId="{097B44E6-363E-4C9A-BED1-83A6597F77FA}" type="presParOf" srcId="{5D45407E-AD19-4E46-A843-09FF5E7F857F}" destId="{014ADB00-6A58-4242-ABD0-86563F614397}" srcOrd="8" destOrd="0" presId="urn:microsoft.com/office/officeart/2005/8/layout/default"/>
    <dgm:cxn modelId="{972DDE91-7677-4C64-B6B6-3D5052278132}" type="presParOf" srcId="{5D45407E-AD19-4E46-A843-09FF5E7F857F}" destId="{7591CD86-8F03-499C-951D-A40623658E20}" srcOrd="9" destOrd="0" presId="urn:microsoft.com/office/officeart/2005/8/layout/default"/>
    <dgm:cxn modelId="{DA99F332-DD50-4795-8377-959BCA446363}" type="presParOf" srcId="{5D45407E-AD19-4E46-A843-09FF5E7F857F}" destId="{FDE0A27E-CE4A-4CBC-8256-B43956B69560}" srcOrd="10" destOrd="0" presId="urn:microsoft.com/office/officeart/2005/8/layout/default"/>
    <dgm:cxn modelId="{B9479325-433F-423B-9ACF-0B0563655FF5}" type="presParOf" srcId="{5D45407E-AD19-4E46-A843-09FF5E7F857F}" destId="{B148FD3E-4546-49E4-8A42-9FB4FD308058}" srcOrd="11" destOrd="0" presId="urn:microsoft.com/office/officeart/2005/8/layout/default"/>
    <dgm:cxn modelId="{8DD32E0C-9DE0-4955-8700-70B3BE4517E5}" type="presParOf" srcId="{5D45407E-AD19-4E46-A843-09FF5E7F857F}" destId="{DBEFF299-E4D9-4774-9885-6713B74F64AC}" srcOrd="12" destOrd="0" presId="urn:microsoft.com/office/officeart/2005/8/layout/default"/>
    <dgm:cxn modelId="{C175E27B-5139-4B0D-B040-07FDF9DC0164}" type="presParOf" srcId="{5D45407E-AD19-4E46-A843-09FF5E7F857F}" destId="{6FDBCCC8-1141-4515-BDB7-4BA88340FB02}" srcOrd="13" destOrd="0" presId="urn:microsoft.com/office/officeart/2005/8/layout/default"/>
    <dgm:cxn modelId="{F6918712-8390-4680-886C-8B6AC94A86E5}" type="presParOf" srcId="{5D45407E-AD19-4E46-A843-09FF5E7F857F}" destId="{2E066C4E-EF0D-41E2-9F25-AB333E0CF505}" srcOrd="14" destOrd="0" presId="urn:microsoft.com/office/officeart/2005/8/layout/default"/>
    <dgm:cxn modelId="{C24E9C6B-FF01-4922-AA2A-4E689D8BA3D0}" type="presParOf" srcId="{5D45407E-AD19-4E46-A843-09FF5E7F857F}" destId="{53B87E68-A908-4B06-9FC4-D8CFD1DC2800}" srcOrd="15" destOrd="0" presId="urn:microsoft.com/office/officeart/2005/8/layout/default"/>
    <dgm:cxn modelId="{022BC68F-754E-446F-8066-36D3A3EEEE5E}" type="presParOf" srcId="{5D45407E-AD19-4E46-A843-09FF5E7F857F}" destId="{58D5FE60-B2C8-46DF-8877-260F1A35DFCB}" srcOrd="16" destOrd="0" presId="urn:microsoft.com/office/officeart/2005/8/layout/default"/>
    <dgm:cxn modelId="{4A56038F-AB6D-4AE0-B502-CDEAF2F5BD0A}" type="presParOf" srcId="{5D45407E-AD19-4E46-A843-09FF5E7F857F}" destId="{9F9B0BEC-8D6C-4F89-9AEF-234DF2273996}" srcOrd="17" destOrd="0" presId="urn:microsoft.com/office/officeart/2005/8/layout/default"/>
    <dgm:cxn modelId="{5CA564B7-D23C-4CF6-B1A2-8415A7335FDD}" type="presParOf" srcId="{5D45407E-AD19-4E46-A843-09FF5E7F857F}" destId="{2BF7990C-A12C-426F-AA4D-A12A28F153C3}" srcOrd="18" destOrd="0" presId="urn:microsoft.com/office/officeart/2005/8/layout/default"/>
    <dgm:cxn modelId="{FEDC4560-C434-4B7A-BA11-0F67998E96C9}" type="presParOf" srcId="{5D45407E-AD19-4E46-A843-09FF5E7F857F}" destId="{55F6548D-0725-424B-B964-B38FFCEDBAC7}" srcOrd="19" destOrd="0" presId="urn:microsoft.com/office/officeart/2005/8/layout/default"/>
    <dgm:cxn modelId="{3B82D0ED-4D38-4355-9524-E566FE50756A}" type="presParOf" srcId="{5D45407E-AD19-4E46-A843-09FF5E7F857F}" destId="{A126D2E0-3080-4D45-83B2-C64771801D3C}" srcOrd="20" destOrd="0" presId="urn:microsoft.com/office/officeart/2005/8/layout/default"/>
    <dgm:cxn modelId="{DD2A3791-051E-4DA0-8E73-29B550748FCC}" type="presParOf" srcId="{5D45407E-AD19-4E46-A843-09FF5E7F857F}" destId="{25E8BAFB-8F32-4617-88FC-15253462DB01}" srcOrd="21" destOrd="0" presId="urn:microsoft.com/office/officeart/2005/8/layout/default"/>
    <dgm:cxn modelId="{9359551B-E6BD-4252-94E0-8FA3DEC1AFF5}" type="presParOf" srcId="{5D45407E-AD19-4E46-A843-09FF5E7F857F}" destId="{D8F07C9E-EE56-457F-943E-9253E9CDCA0F}" srcOrd="22" destOrd="0" presId="urn:microsoft.com/office/officeart/2005/8/layout/default"/>
    <dgm:cxn modelId="{BEDDF5FC-8E8F-4BB2-A99A-293ED4652E89}" type="presParOf" srcId="{5D45407E-AD19-4E46-A843-09FF5E7F857F}" destId="{F2DBB06F-18A2-40D0-BE68-9358280CEFC0}" srcOrd="23" destOrd="0" presId="urn:microsoft.com/office/officeart/2005/8/layout/default"/>
    <dgm:cxn modelId="{3D23BCFE-11A3-46A9-886F-DA7627583B13}" type="presParOf" srcId="{5D45407E-AD19-4E46-A843-09FF5E7F857F}" destId="{741FD492-8A2F-4935-B776-41950BF8578C}" srcOrd="2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D9B0E1-EB50-46F6-9609-ACC6E394710F}"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3CB0DCC4-8273-4636-9E4A-F58EB7DF46B5}">
      <dgm:prSet/>
      <dgm:spPr/>
      <dgm:t>
        <a:bodyPr/>
        <a:lstStyle/>
        <a:p>
          <a:r>
            <a:rPr lang="en-US"/>
            <a:t>To program a fully functionable rummy card game</a:t>
          </a:r>
        </a:p>
      </dgm:t>
    </dgm:pt>
    <dgm:pt modelId="{3650749A-DEBC-4342-B0B2-B0DDBD1D0898}" type="parTrans" cxnId="{3A189924-0268-4F4D-A501-3E2D1B622EB4}">
      <dgm:prSet/>
      <dgm:spPr/>
      <dgm:t>
        <a:bodyPr/>
        <a:lstStyle/>
        <a:p>
          <a:endParaRPr lang="en-US"/>
        </a:p>
      </dgm:t>
    </dgm:pt>
    <dgm:pt modelId="{BD35FB3F-B7DB-4D78-B1DD-95AB3913326A}" type="sibTrans" cxnId="{3A189924-0268-4F4D-A501-3E2D1B622EB4}">
      <dgm:prSet/>
      <dgm:spPr/>
      <dgm:t>
        <a:bodyPr/>
        <a:lstStyle/>
        <a:p>
          <a:endParaRPr lang="en-US"/>
        </a:p>
      </dgm:t>
    </dgm:pt>
    <dgm:pt modelId="{8C359CCF-1ADC-46F0-8E73-435B14B7AF5A}">
      <dgm:prSet/>
      <dgm:spPr/>
      <dgm:t>
        <a:bodyPr/>
        <a:lstStyle/>
        <a:p>
          <a:r>
            <a:rPr lang="en-US" b="1"/>
            <a:t>Including...</a:t>
          </a:r>
          <a:endParaRPr lang="en-US"/>
        </a:p>
      </dgm:t>
    </dgm:pt>
    <dgm:pt modelId="{8553B6E7-A9AC-4ADC-B982-756CCAF0A55A}" type="parTrans" cxnId="{4A7CB003-0413-4A90-A574-F898EDCC6EF7}">
      <dgm:prSet/>
      <dgm:spPr/>
      <dgm:t>
        <a:bodyPr/>
        <a:lstStyle/>
        <a:p>
          <a:endParaRPr lang="en-US"/>
        </a:p>
      </dgm:t>
    </dgm:pt>
    <dgm:pt modelId="{300F240C-F20C-4CB9-9728-3F74B856E589}" type="sibTrans" cxnId="{4A7CB003-0413-4A90-A574-F898EDCC6EF7}">
      <dgm:prSet/>
      <dgm:spPr/>
      <dgm:t>
        <a:bodyPr/>
        <a:lstStyle/>
        <a:p>
          <a:endParaRPr lang="en-US"/>
        </a:p>
      </dgm:t>
    </dgm:pt>
    <dgm:pt modelId="{A032D7EB-AE32-4630-84C8-22E5DE33DA68}">
      <dgm:prSet/>
      <dgm:spPr/>
      <dgm:t>
        <a:bodyPr/>
        <a:lstStyle/>
        <a:p>
          <a:r>
            <a:rPr lang="en-US"/>
            <a:t>User friendly interface</a:t>
          </a:r>
        </a:p>
      </dgm:t>
    </dgm:pt>
    <dgm:pt modelId="{49B0F474-6C23-4618-A289-78DCD1C991E2}" type="parTrans" cxnId="{66A09943-6669-4536-93AF-52DBBE46FF42}">
      <dgm:prSet/>
      <dgm:spPr/>
      <dgm:t>
        <a:bodyPr/>
        <a:lstStyle/>
        <a:p>
          <a:endParaRPr lang="en-US"/>
        </a:p>
      </dgm:t>
    </dgm:pt>
    <dgm:pt modelId="{FD762758-0C92-4AD0-A602-B7E13CDA55DF}" type="sibTrans" cxnId="{66A09943-6669-4536-93AF-52DBBE46FF42}">
      <dgm:prSet/>
      <dgm:spPr/>
      <dgm:t>
        <a:bodyPr/>
        <a:lstStyle/>
        <a:p>
          <a:endParaRPr lang="en-US"/>
        </a:p>
      </dgm:t>
    </dgm:pt>
    <dgm:pt modelId="{BF281B60-C1EA-490B-924B-4CF16FDC9BFB}">
      <dgm:prSet/>
      <dgm:spPr/>
      <dgm:t>
        <a:bodyPr/>
        <a:lstStyle/>
        <a:p>
          <a:r>
            <a:rPr lang="en-US"/>
            <a:t>Computer logic</a:t>
          </a:r>
        </a:p>
      </dgm:t>
    </dgm:pt>
    <dgm:pt modelId="{685CAA1E-9BC9-40EE-B118-3DDCC9179109}" type="parTrans" cxnId="{BB372500-39F0-4B86-A90F-24C876D282AD}">
      <dgm:prSet/>
      <dgm:spPr/>
      <dgm:t>
        <a:bodyPr/>
        <a:lstStyle/>
        <a:p>
          <a:endParaRPr lang="en-US"/>
        </a:p>
      </dgm:t>
    </dgm:pt>
    <dgm:pt modelId="{0E0AAAEA-8735-42C6-B02B-A644DAE8E031}" type="sibTrans" cxnId="{BB372500-39F0-4B86-A90F-24C876D282AD}">
      <dgm:prSet/>
      <dgm:spPr/>
      <dgm:t>
        <a:bodyPr/>
        <a:lstStyle/>
        <a:p>
          <a:endParaRPr lang="en-US"/>
        </a:p>
      </dgm:t>
    </dgm:pt>
    <dgm:pt modelId="{1D0F6EB6-8AF5-4B82-941A-BE6577C46932}">
      <dgm:prSet/>
      <dgm:spPr/>
      <dgm:t>
        <a:bodyPr/>
        <a:lstStyle/>
        <a:p>
          <a:r>
            <a:rPr lang="en-US"/>
            <a:t>Smooth transition between player and computer</a:t>
          </a:r>
        </a:p>
      </dgm:t>
    </dgm:pt>
    <dgm:pt modelId="{6EAA43F0-BA28-45FE-848D-EACD6C1CC84D}" type="parTrans" cxnId="{3992A2DC-4092-408F-98B9-6B1BB92D3F2D}">
      <dgm:prSet/>
      <dgm:spPr/>
      <dgm:t>
        <a:bodyPr/>
        <a:lstStyle/>
        <a:p>
          <a:endParaRPr lang="en-US"/>
        </a:p>
      </dgm:t>
    </dgm:pt>
    <dgm:pt modelId="{1D13DEC3-4E1B-4804-ABB1-E52DAE9C1557}" type="sibTrans" cxnId="{3992A2DC-4092-408F-98B9-6B1BB92D3F2D}">
      <dgm:prSet/>
      <dgm:spPr/>
      <dgm:t>
        <a:bodyPr/>
        <a:lstStyle/>
        <a:p>
          <a:endParaRPr lang="en-US"/>
        </a:p>
      </dgm:t>
    </dgm:pt>
    <dgm:pt modelId="{F62C614D-2AEB-4E4D-B913-361AE9124569}">
      <dgm:prSet/>
      <dgm:spPr/>
      <dgm:t>
        <a:bodyPr/>
        <a:lstStyle/>
        <a:p>
          <a:r>
            <a:rPr lang="en-US"/>
            <a:t>A stats board at the end of a game</a:t>
          </a:r>
        </a:p>
      </dgm:t>
    </dgm:pt>
    <dgm:pt modelId="{38FA625A-AEFA-4F2C-85C0-7E5C8A2DA0FD}" type="parTrans" cxnId="{7CBD121F-FD27-4115-8E37-13158699C20C}">
      <dgm:prSet/>
      <dgm:spPr/>
      <dgm:t>
        <a:bodyPr/>
        <a:lstStyle/>
        <a:p>
          <a:endParaRPr lang="en-US"/>
        </a:p>
      </dgm:t>
    </dgm:pt>
    <dgm:pt modelId="{0B9AF122-C58B-42DD-A2C9-BF2993C24860}" type="sibTrans" cxnId="{7CBD121F-FD27-4115-8E37-13158699C20C}">
      <dgm:prSet/>
      <dgm:spPr/>
      <dgm:t>
        <a:bodyPr/>
        <a:lstStyle/>
        <a:p>
          <a:endParaRPr lang="en-US"/>
        </a:p>
      </dgm:t>
    </dgm:pt>
    <dgm:pt modelId="{93344AE6-580A-427E-A315-A2ED902FA7ED}" type="pres">
      <dgm:prSet presAssocID="{5ED9B0E1-EB50-46F6-9609-ACC6E394710F}" presName="diagram" presStyleCnt="0">
        <dgm:presLayoutVars>
          <dgm:dir/>
          <dgm:resizeHandles val="exact"/>
        </dgm:presLayoutVars>
      </dgm:prSet>
      <dgm:spPr/>
    </dgm:pt>
    <dgm:pt modelId="{3DE8CF30-4E91-4DDE-A71C-2E24036993E1}" type="pres">
      <dgm:prSet presAssocID="{3CB0DCC4-8273-4636-9E4A-F58EB7DF46B5}" presName="node" presStyleLbl="node1" presStyleIdx="0" presStyleCnt="6">
        <dgm:presLayoutVars>
          <dgm:bulletEnabled val="1"/>
        </dgm:presLayoutVars>
      </dgm:prSet>
      <dgm:spPr/>
    </dgm:pt>
    <dgm:pt modelId="{A8A45B48-D6D4-4E1F-874F-D3256586E50B}" type="pres">
      <dgm:prSet presAssocID="{BD35FB3F-B7DB-4D78-B1DD-95AB3913326A}" presName="sibTrans" presStyleCnt="0"/>
      <dgm:spPr/>
    </dgm:pt>
    <dgm:pt modelId="{6F6D481E-822D-46BD-8ECF-11C28D731B0E}" type="pres">
      <dgm:prSet presAssocID="{8C359CCF-1ADC-46F0-8E73-435B14B7AF5A}" presName="node" presStyleLbl="node1" presStyleIdx="1" presStyleCnt="6">
        <dgm:presLayoutVars>
          <dgm:bulletEnabled val="1"/>
        </dgm:presLayoutVars>
      </dgm:prSet>
      <dgm:spPr/>
    </dgm:pt>
    <dgm:pt modelId="{C587FE05-D4BF-4ED9-BC31-961E63A1C8A3}" type="pres">
      <dgm:prSet presAssocID="{300F240C-F20C-4CB9-9728-3F74B856E589}" presName="sibTrans" presStyleCnt="0"/>
      <dgm:spPr/>
    </dgm:pt>
    <dgm:pt modelId="{EB0BC247-5EB8-4AE5-B370-04698FE13644}" type="pres">
      <dgm:prSet presAssocID="{A032D7EB-AE32-4630-84C8-22E5DE33DA68}" presName="node" presStyleLbl="node1" presStyleIdx="2" presStyleCnt="6">
        <dgm:presLayoutVars>
          <dgm:bulletEnabled val="1"/>
        </dgm:presLayoutVars>
      </dgm:prSet>
      <dgm:spPr/>
    </dgm:pt>
    <dgm:pt modelId="{BF656B72-096D-4E44-A631-969D0B2D7EB1}" type="pres">
      <dgm:prSet presAssocID="{FD762758-0C92-4AD0-A602-B7E13CDA55DF}" presName="sibTrans" presStyleCnt="0"/>
      <dgm:spPr/>
    </dgm:pt>
    <dgm:pt modelId="{5F4FEE26-A0A7-47A2-8C3C-C6763EA23FC8}" type="pres">
      <dgm:prSet presAssocID="{BF281B60-C1EA-490B-924B-4CF16FDC9BFB}" presName="node" presStyleLbl="node1" presStyleIdx="3" presStyleCnt="6">
        <dgm:presLayoutVars>
          <dgm:bulletEnabled val="1"/>
        </dgm:presLayoutVars>
      </dgm:prSet>
      <dgm:spPr/>
    </dgm:pt>
    <dgm:pt modelId="{60F7DE66-DBA5-42D5-8691-99234DCE9115}" type="pres">
      <dgm:prSet presAssocID="{0E0AAAEA-8735-42C6-B02B-A644DAE8E031}" presName="sibTrans" presStyleCnt="0"/>
      <dgm:spPr/>
    </dgm:pt>
    <dgm:pt modelId="{82009E9C-9440-4FDA-B923-F041B58F1FC1}" type="pres">
      <dgm:prSet presAssocID="{1D0F6EB6-8AF5-4B82-941A-BE6577C46932}" presName="node" presStyleLbl="node1" presStyleIdx="4" presStyleCnt="6">
        <dgm:presLayoutVars>
          <dgm:bulletEnabled val="1"/>
        </dgm:presLayoutVars>
      </dgm:prSet>
      <dgm:spPr/>
    </dgm:pt>
    <dgm:pt modelId="{69191BAE-02FA-414E-BBE5-00869606875E}" type="pres">
      <dgm:prSet presAssocID="{1D13DEC3-4E1B-4804-ABB1-E52DAE9C1557}" presName="sibTrans" presStyleCnt="0"/>
      <dgm:spPr/>
    </dgm:pt>
    <dgm:pt modelId="{BCE814FB-49F7-4B50-8605-C822843D84FB}" type="pres">
      <dgm:prSet presAssocID="{F62C614D-2AEB-4E4D-B913-361AE9124569}" presName="node" presStyleLbl="node1" presStyleIdx="5" presStyleCnt="6">
        <dgm:presLayoutVars>
          <dgm:bulletEnabled val="1"/>
        </dgm:presLayoutVars>
      </dgm:prSet>
      <dgm:spPr/>
    </dgm:pt>
  </dgm:ptLst>
  <dgm:cxnLst>
    <dgm:cxn modelId="{BB372500-39F0-4B86-A90F-24C876D282AD}" srcId="{5ED9B0E1-EB50-46F6-9609-ACC6E394710F}" destId="{BF281B60-C1EA-490B-924B-4CF16FDC9BFB}" srcOrd="3" destOrd="0" parTransId="{685CAA1E-9BC9-40EE-B118-3DDCC9179109}" sibTransId="{0E0AAAEA-8735-42C6-B02B-A644DAE8E031}"/>
    <dgm:cxn modelId="{48711F03-4086-4BD8-BDB2-0197FEAE8CED}" type="presOf" srcId="{8C359CCF-1ADC-46F0-8E73-435B14B7AF5A}" destId="{6F6D481E-822D-46BD-8ECF-11C28D731B0E}" srcOrd="0" destOrd="0" presId="urn:microsoft.com/office/officeart/2005/8/layout/default"/>
    <dgm:cxn modelId="{4A7CB003-0413-4A90-A574-F898EDCC6EF7}" srcId="{5ED9B0E1-EB50-46F6-9609-ACC6E394710F}" destId="{8C359CCF-1ADC-46F0-8E73-435B14B7AF5A}" srcOrd="1" destOrd="0" parTransId="{8553B6E7-A9AC-4ADC-B982-756CCAF0A55A}" sibTransId="{300F240C-F20C-4CB9-9728-3F74B856E589}"/>
    <dgm:cxn modelId="{7CBD121F-FD27-4115-8E37-13158699C20C}" srcId="{5ED9B0E1-EB50-46F6-9609-ACC6E394710F}" destId="{F62C614D-2AEB-4E4D-B913-361AE9124569}" srcOrd="5" destOrd="0" parTransId="{38FA625A-AEFA-4F2C-85C0-7E5C8A2DA0FD}" sibTransId="{0B9AF122-C58B-42DD-A2C9-BF2993C24860}"/>
    <dgm:cxn modelId="{3A189924-0268-4F4D-A501-3E2D1B622EB4}" srcId="{5ED9B0E1-EB50-46F6-9609-ACC6E394710F}" destId="{3CB0DCC4-8273-4636-9E4A-F58EB7DF46B5}" srcOrd="0" destOrd="0" parTransId="{3650749A-DEBC-4342-B0B2-B0DDBD1D0898}" sibTransId="{BD35FB3F-B7DB-4D78-B1DD-95AB3913326A}"/>
    <dgm:cxn modelId="{B0E3122A-FCD3-4EE3-BA6C-2FDFE35A0036}" type="presOf" srcId="{3CB0DCC4-8273-4636-9E4A-F58EB7DF46B5}" destId="{3DE8CF30-4E91-4DDE-A71C-2E24036993E1}" srcOrd="0" destOrd="0" presId="urn:microsoft.com/office/officeart/2005/8/layout/default"/>
    <dgm:cxn modelId="{456EF431-8F6A-4CB5-82CB-9133C1CF0524}" type="presOf" srcId="{1D0F6EB6-8AF5-4B82-941A-BE6577C46932}" destId="{82009E9C-9440-4FDA-B923-F041B58F1FC1}" srcOrd="0" destOrd="0" presId="urn:microsoft.com/office/officeart/2005/8/layout/default"/>
    <dgm:cxn modelId="{9577D13D-0426-4B9D-BB0C-EF9B63CD8F01}" type="presOf" srcId="{A032D7EB-AE32-4630-84C8-22E5DE33DA68}" destId="{EB0BC247-5EB8-4AE5-B370-04698FE13644}" srcOrd="0" destOrd="0" presId="urn:microsoft.com/office/officeart/2005/8/layout/default"/>
    <dgm:cxn modelId="{66A09943-6669-4536-93AF-52DBBE46FF42}" srcId="{5ED9B0E1-EB50-46F6-9609-ACC6E394710F}" destId="{A032D7EB-AE32-4630-84C8-22E5DE33DA68}" srcOrd="2" destOrd="0" parTransId="{49B0F474-6C23-4618-A289-78DCD1C991E2}" sibTransId="{FD762758-0C92-4AD0-A602-B7E13CDA55DF}"/>
    <dgm:cxn modelId="{FCFF2E58-016C-4435-BBEF-2D0323F61E27}" type="presOf" srcId="{5ED9B0E1-EB50-46F6-9609-ACC6E394710F}" destId="{93344AE6-580A-427E-A315-A2ED902FA7ED}" srcOrd="0" destOrd="0" presId="urn:microsoft.com/office/officeart/2005/8/layout/default"/>
    <dgm:cxn modelId="{FB934258-928B-41EC-8974-C663A6AF1FCF}" type="presOf" srcId="{BF281B60-C1EA-490B-924B-4CF16FDC9BFB}" destId="{5F4FEE26-A0A7-47A2-8C3C-C6763EA23FC8}" srcOrd="0" destOrd="0" presId="urn:microsoft.com/office/officeart/2005/8/layout/default"/>
    <dgm:cxn modelId="{F47AEBC9-BAE7-4966-9CAE-47F02588E040}" type="presOf" srcId="{F62C614D-2AEB-4E4D-B913-361AE9124569}" destId="{BCE814FB-49F7-4B50-8605-C822843D84FB}" srcOrd="0" destOrd="0" presId="urn:microsoft.com/office/officeart/2005/8/layout/default"/>
    <dgm:cxn modelId="{3992A2DC-4092-408F-98B9-6B1BB92D3F2D}" srcId="{5ED9B0E1-EB50-46F6-9609-ACC6E394710F}" destId="{1D0F6EB6-8AF5-4B82-941A-BE6577C46932}" srcOrd="4" destOrd="0" parTransId="{6EAA43F0-BA28-45FE-848D-EACD6C1CC84D}" sibTransId="{1D13DEC3-4E1B-4804-ABB1-E52DAE9C1557}"/>
    <dgm:cxn modelId="{882C7D29-919D-4843-90DC-810850553102}" type="presParOf" srcId="{93344AE6-580A-427E-A315-A2ED902FA7ED}" destId="{3DE8CF30-4E91-4DDE-A71C-2E24036993E1}" srcOrd="0" destOrd="0" presId="urn:microsoft.com/office/officeart/2005/8/layout/default"/>
    <dgm:cxn modelId="{8CEDBFF0-44D7-4F09-B327-BC2DF0806EAD}" type="presParOf" srcId="{93344AE6-580A-427E-A315-A2ED902FA7ED}" destId="{A8A45B48-D6D4-4E1F-874F-D3256586E50B}" srcOrd="1" destOrd="0" presId="urn:microsoft.com/office/officeart/2005/8/layout/default"/>
    <dgm:cxn modelId="{9CDF8231-604E-4F13-B9B9-93FB1DD770A2}" type="presParOf" srcId="{93344AE6-580A-427E-A315-A2ED902FA7ED}" destId="{6F6D481E-822D-46BD-8ECF-11C28D731B0E}" srcOrd="2" destOrd="0" presId="urn:microsoft.com/office/officeart/2005/8/layout/default"/>
    <dgm:cxn modelId="{38B4DC5E-23A2-4A1D-A4EC-03022401F13E}" type="presParOf" srcId="{93344AE6-580A-427E-A315-A2ED902FA7ED}" destId="{C587FE05-D4BF-4ED9-BC31-961E63A1C8A3}" srcOrd="3" destOrd="0" presId="urn:microsoft.com/office/officeart/2005/8/layout/default"/>
    <dgm:cxn modelId="{4D7C844A-409C-48EF-9A3B-D5A0FE24A65D}" type="presParOf" srcId="{93344AE6-580A-427E-A315-A2ED902FA7ED}" destId="{EB0BC247-5EB8-4AE5-B370-04698FE13644}" srcOrd="4" destOrd="0" presId="urn:microsoft.com/office/officeart/2005/8/layout/default"/>
    <dgm:cxn modelId="{6E8291F7-7618-4F4F-9538-0116E03162BF}" type="presParOf" srcId="{93344AE6-580A-427E-A315-A2ED902FA7ED}" destId="{BF656B72-096D-4E44-A631-969D0B2D7EB1}" srcOrd="5" destOrd="0" presId="urn:microsoft.com/office/officeart/2005/8/layout/default"/>
    <dgm:cxn modelId="{CFA9C66F-1567-4226-BD16-A52AA04ADD4F}" type="presParOf" srcId="{93344AE6-580A-427E-A315-A2ED902FA7ED}" destId="{5F4FEE26-A0A7-47A2-8C3C-C6763EA23FC8}" srcOrd="6" destOrd="0" presId="urn:microsoft.com/office/officeart/2005/8/layout/default"/>
    <dgm:cxn modelId="{87185D1C-668F-46D6-964E-73F5DC0D8A4B}" type="presParOf" srcId="{93344AE6-580A-427E-A315-A2ED902FA7ED}" destId="{60F7DE66-DBA5-42D5-8691-99234DCE9115}" srcOrd="7" destOrd="0" presId="urn:microsoft.com/office/officeart/2005/8/layout/default"/>
    <dgm:cxn modelId="{FF848014-C841-46C1-A00A-05EC36746322}" type="presParOf" srcId="{93344AE6-580A-427E-A315-A2ED902FA7ED}" destId="{82009E9C-9440-4FDA-B923-F041B58F1FC1}" srcOrd="8" destOrd="0" presId="urn:microsoft.com/office/officeart/2005/8/layout/default"/>
    <dgm:cxn modelId="{3A66E27B-C0CE-4B3D-B348-A62E23CC7DC4}" type="presParOf" srcId="{93344AE6-580A-427E-A315-A2ED902FA7ED}" destId="{69191BAE-02FA-414E-BBE5-00869606875E}" srcOrd="9" destOrd="0" presId="urn:microsoft.com/office/officeart/2005/8/layout/default"/>
    <dgm:cxn modelId="{FD583BE4-D693-421D-B3DB-4C72B1A03AE5}" type="presParOf" srcId="{93344AE6-580A-427E-A315-A2ED902FA7ED}" destId="{BCE814FB-49F7-4B50-8605-C822843D84FB}"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76FEDEC-61DC-4DAD-ABF7-9ABD7564F8E0}"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CC192563-B1EE-473D-B7B5-F57D7E29926D}">
      <dgm:prSet/>
      <dgm:spPr/>
      <dgm:t>
        <a:bodyPr/>
        <a:lstStyle/>
        <a:p>
          <a:r>
            <a:rPr lang="en-US"/>
            <a:t>How do we simulate a card game between the user and the computer?</a:t>
          </a:r>
        </a:p>
      </dgm:t>
    </dgm:pt>
    <dgm:pt modelId="{2848DBF9-8BC0-4F64-A484-909B49DFCF6E}" type="parTrans" cxnId="{CC261A5D-36CE-4383-B4A4-33B249215966}">
      <dgm:prSet/>
      <dgm:spPr/>
      <dgm:t>
        <a:bodyPr/>
        <a:lstStyle/>
        <a:p>
          <a:endParaRPr lang="en-US"/>
        </a:p>
      </dgm:t>
    </dgm:pt>
    <dgm:pt modelId="{D681D4D6-F9EB-440B-9A8D-1AC279EDB096}" type="sibTrans" cxnId="{CC261A5D-36CE-4383-B4A4-33B249215966}">
      <dgm:prSet/>
      <dgm:spPr/>
      <dgm:t>
        <a:bodyPr/>
        <a:lstStyle/>
        <a:p>
          <a:endParaRPr lang="en-US"/>
        </a:p>
      </dgm:t>
    </dgm:pt>
    <dgm:pt modelId="{F865B373-4E1A-4920-BCEC-E8275712BB45}">
      <dgm:prSet/>
      <dgm:spPr/>
      <dgm:t>
        <a:bodyPr/>
        <a:lstStyle/>
        <a:p>
          <a:r>
            <a:rPr lang="en-US" b="1"/>
            <a:t>Questions</a:t>
          </a:r>
          <a:endParaRPr lang="en-US"/>
        </a:p>
      </dgm:t>
    </dgm:pt>
    <dgm:pt modelId="{79A82947-F993-407C-A0F0-1995FB07AB6F}" type="parTrans" cxnId="{EBBB7381-3A3F-48AC-898C-F2309CA19B0A}">
      <dgm:prSet/>
      <dgm:spPr/>
      <dgm:t>
        <a:bodyPr/>
        <a:lstStyle/>
        <a:p>
          <a:endParaRPr lang="en-US"/>
        </a:p>
      </dgm:t>
    </dgm:pt>
    <dgm:pt modelId="{364F10B5-59FF-48FB-881E-AD09F4610859}" type="sibTrans" cxnId="{EBBB7381-3A3F-48AC-898C-F2309CA19B0A}">
      <dgm:prSet/>
      <dgm:spPr/>
      <dgm:t>
        <a:bodyPr/>
        <a:lstStyle/>
        <a:p>
          <a:endParaRPr lang="en-US"/>
        </a:p>
      </dgm:t>
    </dgm:pt>
    <dgm:pt modelId="{C6158B2B-9FE3-43C6-9F8B-148B05A66756}">
      <dgm:prSet/>
      <dgm:spPr/>
      <dgm:t>
        <a:bodyPr/>
        <a:lstStyle/>
        <a:p>
          <a:r>
            <a:rPr lang="en-US"/>
            <a:t>What structures will we use to create logical meld and layoff functions?</a:t>
          </a:r>
        </a:p>
      </dgm:t>
    </dgm:pt>
    <dgm:pt modelId="{07C5DAC7-4C57-4079-9E31-167AE2F80E35}" type="parTrans" cxnId="{9285BFC9-E792-4ED8-8EFB-9BD0156121F8}">
      <dgm:prSet/>
      <dgm:spPr/>
      <dgm:t>
        <a:bodyPr/>
        <a:lstStyle/>
        <a:p>
          <a:endParaRPr lang="en-US"/>
        </a:p>
      </dgm:t>
    </dgm:pt>
    <dgm:pt modelId="{ABFE8E80-E4DA-468C-B77D-190481A9B997}" type="sibTrans" cxnId="{9285BFC9-E792-4ED8-8EFB-9BD0156121F8}">
      <dgm:prSet/>
      <dgm:spPr/>
      <dgm:t>
        <a:bodyPr/>
        <a:lstStyle/>
        <a:p>
          <a:endParaRPr lang="en-US"/>
        </a:p>
      </dgm:t>
    </dgm:pt>
    <dgm:pt modelId="{441AF510-00B1-47CE-B0A0-0393CCF62793}">
      <dgm:prSet/>
      <dgm:spPr/>
      <dgm:t>
        <a:bodyPr/>
        <a:lstStyle/>
        <a:p>
          <a:r>
            <a:rPr lang="en-US"/>
            <a:t>How will we simulate computer logic?</a:t>
          </a:r>
        </a:p>
      </dgm:t>
    </dgm:pt>
    <dgm:pt modelId="{722453C9-4CD0-495F-B188-D1AC6A23B766}" type="parTrans" cxnId="{F25A995A-28A0-4268-91AB-D393F7EAF7C3}">
      <dgm:prSet/>
      <dgm:spPr/>
      <dgm:t>
        <a:bodyPr/>
        <a:lstStyle/>
        <a:p>
          <a:endParaRPr lang="en-US"/>
        </a:p>
      </dgm:t>
    </dgm:pt>
    <dgm:pt modelId="{F0932792-7C8B-4784-AFF3-CA8735F9B800}" type="sibTrans" cxnId="{F25A995A-28A0-4268-91AB-D393F7EAF7C3}">
      <dgm:prSet/>
      <dgm:spPr/>
      <dgm:t>
        <a:bodyPr/>
        <a:lstStyle/>
        <a:p>
          <a:endParaRPr lang="en-US"/>
        </a:p>
      </dgm:t>
    </dgm:pt>
    <dgm:pt modelId="{E70650B9-FE23-4022-8CFE-D1FD64BC4432}">
      <dgm:prSet/>
      <dgm:spPr/>
      <dgm:t>
        <a:bodyPr/>
        <a:lstStyle/>
        <a:p>
          <a:r>
            <a:rPr lang="en-US"/>
            <a:t>How do we create a visually appealing user interface without graphics?</a:t>
          </a:r>
        </a:p>
      </dgm:t>
    </dgm:pt>
    <dgm:pt modelId="{B9C408ED-B47F-4312-B9F1-BB5200B26CD9}" type="parTrans" cxnId="{269E952F-2D81-45F4-BB0E-9B1F04EBCAEE}">
      <dgm:prSet/>
      <dgm:spPr/>
      <dgm:t>
        <a:bodyPr/>
        <a:lstStyle/>
        <a:p>
          <a:endParaRPr lang="en-US"/>
        </a:p>
      </dgm:t>
    </dgm:pt>
    <dgm:pt modelId="{5E2C2D14-17B0-43ED-9562-FBD78F1EDE70}" type="sibTrans" cxnId="{269E952F-2D81-45F4-BB0E-9B1F04EBCAEE}">
      <dgm:prSet/>
      <dgm:spPr/>
      <dgm:t>
        <a:bodyPr/>
        <a:lstStyle/>
        <a:p>
          <a:endParaRPr lang="en-US"/>
        </a:p>
      </dgm:t>
    </dgm:pt>
    <dgm:pt modelId="{CC282B7D-BAF0-43CA-9322-5BA04A5868D7}" type="pres">
      <dgm:prSet presAssocID="{E76FEDEC-61DC-4DAD-ABF7-9ABD7564F8E0}" presName="vert0" presStyleCnt="0">
        <dgm:presLayoutVars>
          <dgm:dir/>
          <dgm:animOne val="branch"/>
          <dgm:animLvl val="lvl"/>
        </dgm:presLayoutVars>
      </dgm:prSet>
      <dgm:spPr/>
    </dgm:pt>
    <dgm:pt modelId="{4ED22A61-F97A-4F46-9ACB-66BB0FF210A6}" type="pres">
      <dgm:prSet presAssocID="{CC192563-B1EE-473D-B7B5-F57D7E29926D}" presName="thickLine" presStyleLbl="alignNode1" presStyleIdx="0" presStyleCnt="5"/>
      <dgm:spPr/>
    </dgm:pt>
    <dgm:pt modelId="{B5F660CE-13AB-4D1E-A03C-E1305E906925}" type="pres">
      <dgm:prSet presAssocID="{CC192563-B1EE-473D-B7B5-F57D7E29926D}" presName="horz1" presStyleCnt="0"/>
      <dgm:spPr/>
    </dgm:pt>
    <dgm:pt modelId="{F79F061B-26A0-4CB3-B076-767AB0C4C2AD}" type="pres">
      <dgm:prSet presAssocID="{CC192563-B1EE-473D-B7B5-F57D7E29926D}" presName="tx1" presStyleLbl="revTx" presStyleIdx="0" presStyleCnt="5"/>
      <dgm:spPr/>
    </dgm:pt>
    <dgm:pt modelId="{EE7641B6-667A-46C2-9BB1-951C7B69680A}" type="pres">
      <dgm:prSet presAssocID="{CC192563-B1EE-473D-B7B5-F57D7E29926D}" presName="vert1" presStyleCnt="0"/>
      <dgm:spPr/>
    </dgm:pt>
    <dgm:pt modelId="{6BC16518-CAE1-4CE9-8B2A-873C1A6865E4}" type="pres">
      <dgm:prSet presAssocID="{F865B373-4E1A-4920-BCEC-E8275712BB45}" presName="thickLine" presStyleLbl="alignNode1" presStyleIdx="1" presStyleCnt="5"/>
      <dgm:spPr/>
    </dgm:pt>
    <dgm:pt modelId="{D1007261-3AE1-4EBE-BE88-9E6AFB255D3E}" type="pres">
      <dgm:prSet presAssocID="{F865B373-4E1A-4920-BCEC-E8275712BB45}" presName="horz1" presStyleCnt="0"/>
      <dgm:spPr/>
    </dgm:pt>
    <dgm:pt modelId="{40B0FAFE-1E33-4738-8BF6-D97964997BA5}" type="pres">
      <dgm:prSet presAssocID="{F865B373-4E1A-4920-BCEC-E8275712BB45}" presName="tx1" presStyleLbl="revTx" presStyleIdx="1" presStyleCnt="5"/>
      <dgm:spPr/>
    </dgm:pt>
    <dgm:pt modelId="{2CB87F9B-4CC2-49E8-BF0F-D5AA5CA85F13}" type="pres">
      <dgm:prSet presAssocID="{F865B373-4E1A-4920-BCEC-E8275712BB45}" presName="vert1" presStyleCnt="0"/>
      <dgm:spPr/>
    </dgm:pt>
    <dgm:pt modelId="{36D9DE07-532B-4C13-9A8D-AC98595D0358}" type="pres">
      <dgm:prSet presAssocID="{C6158B2B-9FE3-43C6-9F8B-148B05A66756}" presName="thickLine" presStyleLbl="alignNode1" presStyleIdx="2" presStyleCnt="5"/>
      <dgm:spPr/>
    </dgm:pt>
    <dgm:pt modelId="{12C8516A-C971-4CD6-AAE4-84DAF051372A}" type="pres">
      <dgm:prSet presAssocID="{C6158B2B-9FE3-43C6-9F8B-148B05A66756}" presName="horz1" presStyleCnt="0"/>
      <dgm:spPr/>
    </dgm:pt>
    <dgm:pt modelId="{FB55E79E-10AF-4E24-8C0A-A956726B5C4D}" type="pres">
      <dgm:prSet presAssocID="{C6158B2B-9FE3-43C6-9F8B-148B05A66756}" presName="tx1" presStyleLbl="revTx" presStyleIdx="2" presStyleCnt="5"/>
      <dgm:spPr/>
    </dgm:pt>
    <dgm:pt modelId="{93DA080A-2689-4FC5-A3D5-6735AB81EC32}" type="pres">
      <dgm:prSet presAssocID="{C6158B2B-9FE3-43C6-9F8B-148B05A66756}" presName="vert1" presStyleCnt="0"/>
      <dgm:spPr/>
    </dgm:pt>
    <dgm:pt modelId="{9338FCF8-D515-4282-86F3-1778249B07CC}" type="pres">
      <dgm:prSet presAssocID="{441AF510-00B1-47CE-B0A0-0393CCF62793}" presName="thickLine" presStyleLbl="alignNode1" presStyleIdx="3" presStyleCnt="5"/>
      <dgm:spPr/>
    </dgm:pt>
    <dgm:pt modelId="{FD1D2AA3-3AAF-4FB0-A495-1E2B8CFA8AB4}" type="pres">
      <dgm:prSet presAssocID="{441AF510-00B1-47CE-B0A0-0393CCF62793}" presName="horz1" presStyleCnt="0"/>
      <dgm:spPr/>
    </dgm:pt>
    <dgm:pt modelId="{8ACD25D5-2966-417F-BA70-987A43100804}" type="pres">
      <dgm:prSet presAssocID="{441AF510-00B1-47CE-B0A0-0393CCF62793}" presName="tx1" presStyleLbl="revTx" presStyleIdx="3" presStyleCnt="5"/>
      <dgm:spPr/>
    </dgm:pt>
    <dgm:pt modelId="{8E8BD7E4-4CD5-4520-8D0C-BA636694E729}" type="pres">
      <dgm:prSet presAssocID="{441AF510-00B1-47CE-B0A0-0393CCF62793}" presName="vert1" presStyleCnt="0"/>
      <dgm:spPr/>
    </dgm:pt>
    <dgm:pt modelId="{2F06A325-012F-45A6-8348-F8460B74E511}" type="pres">
      <dgm:prSet presAssocID="{E70650B9-FE23-4022-8CFE-D1FD64BC4432}" presName="thickLine" presStyleLbl="alignNode1" presStyleIdx="4" presStyleCnt="5"/>
      <dgm:spPr/>
    </dgm:pt>
    <dgm:pt modelId="{89577112-C964-4711-85A0-D05D4C99FCA2}" type="pres">
      <dgm:prSet presAssocID="{E70650B9-FE23-4022-8CFE-D1FD64BC4432}" presName="horz1" presStyleCnt="0"/>
      <dgm:spPr/>
    </dgm:pt>
    <dgm:pt modelId="{362ABB25-37AB-492A-92D5-5AF77641051C}" type="pres">
      <dgm:prSet presAssocID="{E70650B9-FE23-4022-8CFE-D1FD64BC4432}" presName="tx1" presStyleLbl="revTx" presStyleIdx="4" presStyleCnt="5"/>
      <dgm:spPr/>
    </dgm:pt>
    <dgm:pt modelId="{389746D1-2071-485E-95B5-C45AB748C743}" type="pres">
      <dgm:prSet presAssocID="{E70650B9-FE23-4022-8CFE-D1FD64BC4432}" presName="vert1" presStyleCnt="0"/>
      <dgm:spPr/>
    </dgm:pt>
  </dgm:ptLst>
  <dgm:cxnLst>
    <dgm:cxn modelId="{4609CD09-7A64-43D4-A2BB-D3C7EB59A083}" type="presOf" srcId="{C6158B2B-9FE3-43C6-9F8B-148B05A66756}" destId="{FB55E79E-10AF-4E24-8C0A-A956726B5C4D}" srcOrd="0" destOrd="0" presId="urn:microsoft.com/office/officeart/2008/layout/LinedList"/>
    <dgm:cxn modelId="{269E952F-2D81-45F4-BB0E-9B1F04EBCAEE}" srcId="{E76FEDEC-61DC-4DAD-ABF7-9ABD7564F8E0}" destId="{E70650B9-FE23-4022-8CFE-D1FD64BC4432}" srcOrd="4" destOrd="0" parTransId="{B9C408ED-B47F-4312-B9F1-BB5200B26CD9}" sibTransId="{5E2C2D14-17B0-43ED-9562-FBD78F1EDE70}"/>
    <dgm:cxn modelId="{CC261A5D-36CE-4383-B4A4-33B249215966}" srcId="{E76FEDEC-61DC-4DAD-ABF7-9ABD7564F8E0}" destId="{CC192563-B1EE-473D-B7B5-F57D7E29926D}" srcOrd="0" destOrd="0" parTransId="{2848DBF9-8BC0-4F64-A484-909B49DFCF6E}" sibTransId="{D681D4D6-F9EB-440B-9A8D-1AC279EDB096}"/>
    <dgm:cxn modelId="{65A38C5D-0EBE-486E-8861-4F16D99980C2}" type="presOf" srcId="{F865B373-4E1A-4920-BCEC-E8275712BB45}" destId="{40B0FAFE-1E33-4738-8BF6-D97964997BA5}" srcOrd="0" destOrd="0" presId="urn:microsoft.com/office/officeart/2008/layout/LinedList"/>
    <dgm:cxn modelId="{FCC87269-FC5B-4291-939A-0AB03D1EC88D}" type="presOf" srcId="{E70650B9-FE23-4022-8CFE-D1FD64BC4432}" destId="{362ABB25-37AB-492A-92D5-5AF77641051C}" srcOrd="0" destOrd="0" presId="urn:microsoft.com/office/officeart/2008/layout/LinedList"/>
    <dgm:cxn modelId="{A468BB4D-BF29-4249-90E4-6B8CCB9DC2BB}" type="presOf" srcId="{CC192563-B1EE-473D-B7B5-F57D7E29926D}" destId="{F79F061B-26A0-4CB3-B076-767AB0C4C2AD}" srcOrd="0" destOrd="0" presId="urn:microsoft.com/office/officeart/2008/layout/LinedList"/>
    <dgm:cxn modelId="{F25A995A-28A0-4268-91AB-D393F7EAF7C3}" srcId="{E76FEDEC-61DC-4DAD-ABF7-9ABD7564F8E0}" destId="{441AF510-00B1-47CE-B0A0-0393CCF62793}" srcOrd="3" destOrd="0" parTransId="{722453C9-4CD0-495F-B188-D1AC6A23B766}" sibTransId="{F0932792-7C8B-4784-AFF3-CA8735F9B800}"/>
    <dgm:cxn modelId="{EBBB7381-3A3F-48AC-898C-F2309CA19B0A}" srcId="{E76FEDEC-61DC-4DAD-ABF7-9ABD7564F8E0}" destId="{F865B373-4E1A-4920-BCEC-E8275712BB45}" srcOrd="1" destOrd="0" parTransId="{79A82947-F993-407C-A0F0-1995FB07AB6F}" sibTransId="{364F10B5-59FF-48FB-881E-AD09F4610859}"/>
    <dgm:cxn modelId="{C9C700A2-BDF3-44B1-9FF7-4F4D01A4248B}" type="presOf" srcId="{441AF510-00B1-47CE-B0A0-0393CCF62793}" destId="{8ACD25D5-2966-417F-BA70-987A43100804}" srcOrd="0" destOrd="0" presId="urn:microsoft.com/office/officeart/2008/layout/LinedList"/>
    <dgm:cxn modelId="{9285BFC9-E792-4ED8-8EFB-9BD0156121F8}" srcId="{E76FEDEC-61DC-4DAD-ABF7-9ABD7564F8E0}" destId="{C6158B2B-9FE3-43C6-9F8B-148B05A66756}" srcOrd="2" destOrd="0" parTransId="{07C5DAC7-4C57-4079-9E31-167AE2F80E35}" sibTransId="{ABFE8E80-E4DA-468C-B77D-190481A9B997}"/>
    <dgm:cxn modelId="{89EBF3D5-11E1-49DC-AFA6-2E8EBDD91F49}" type="presOf" srcId="{E76FEDEC-61DC-4DAD-ABF7-9ABD7564F8E0}" destId="{CC282B7D-BAF0-43CA-9322-5BA04A5868D7}" srcOrd="0" destOrd="0" presId="urn:microsoft.com/office/officeart/2008/layout/LinedList"/>
    <dgm:cxn modelId="{A340AD89-1979-44D3-903D-959D3A0D6205}" type="presParOf" srcId="{CC282B7D-BAF0-43CA-9322-5BA04A5868D7}" destId="{4ED22A61-F97A-4F46-9ACB-66BB0FF210A6}" srcOrd="0" destOrd="0" presId="urn:microsoft.com/office/officeart/2008/layout/LinedList"/>
    <dgm:cxn modelId="{6CDA039B-3483-4171-83DD-C429F1339224}" type="presParOf" srcId="{CC282B7D-BAF0-43CA-9322-5BA04A5868D7}" destId="{B5F660CE-13AB-4D1E-A03C-E1305E906925}" srcOrd="1" destOrd="0" presId="urn:microsoft.com/office/officeart/2008/layout/LinedList"/>
    <dgm:cxn modelId="{8C6717D7-901E-4C42-B492-D9444091E29C}" type="presParOf" srcId="{B5F660CE-13AB-4D1E-A03C-E1305E906925}" destId="{F79F061B-26A0-4CB3-B076-767AB0C4C2AD}" srcOrd="0" destOrd="0" presId="urn:microsoft.com/office/officeart/2008/layout/LinedList"/>
    <dgm:cxn modelId="{1BC8E1CD-17CC-4039-8149-1CE9000B6196}" type="presParOf" srcId="{B5F660CE-13AB-4D1E-A03C-E1305E906925}" destId="{EE7641B6-667A-46C2-9BB1-951C7B69680A}" srcOrd="1" destOrd="0" presId="urn:microsoft.com/office/officeart/2008/layout/LinedList"/>
    <dgm:cxn modelId="{5538F9C1-F3FE-4F11-8C60-A5630A905272}" type="presParOf" srcId="{CC282B7D-BAF0-43CA-9322-5BA04A5868D7}" destId="{6BC16518-CAE1-4CE9-8B2A-873C1A6865E4}" srcOrd="2" destOrd="0" presId="urn:microsoft.com/office/officeart/2008/layout/LinedList"/>
    <dgm:cxn modelId="{9172E32E-DFBE-41E5-9D36-F8996D6CC321}" type="presParOf" srcId="{CC282B7D-BAF0-43CA-9322-5BA04A5868D7}" destId="{D1007261-3AE1-4EBE-BE88-9E6AFB255D3E}" srcOrd="3" destOrd="0" presId="urn:microsoft.com/office/officeart/2008/layout/LinedList"/>
    <dgm:cxn modelId="{5EA07ABA-9B50-49CA-B863-75B49F118E71}" type="presParOf" srcId="{D1007261-3AE1-4EBE-BE88-9E6AFB255D3E}" destId="{40B0FAFE-1E33-4738-8BF6-D97964997BA5}" srcOrd="0" destOrd="0" presId="urn:microsoft.com/office/officeart/2008/layout/LinedList"/>
    <dgm:cxn modelId="{30858F56-7C88-4A2B-B20A-CDB5F0942606}" type="presParOf" srcId="{D1007261-3AE1-4EBE-BE88-9E6AFB255D3E}" destId="{2CB87F9B-4CC2-49E8-BF0F-D5AA5CA85F13}" srcOrd="1" destOrd="0" presId="urn:microsoft.com/office/officeart/2008/layout/LinedList"/>
    <dgm:cxn modelId="{99FF3B82-F321-489B-9D6F-CDEFDC6C0866}" type="presParOf" srcId="{CC282B7D-BAF0-43CA-9322-5BA04A5868D7}" destId="{36D9DE07-532B-4C13-9A8D-AC98595D0358}" srcOrd="4" destOrd="0" presId="urn:microsoft.com/office/officeart/2008/layout/LinedList"/>
    <dgm:cxn modelId="{982D1B64-CBEA-4D1E-BED6-17C92FF62504}" type="presParOf" srcId="{CC282B7D-BAF0-43CA-9322-5BA04A5868D7}" destId="{12C8516A-C971-4CD6-AAE4-84DAF051372A}" srcOrd="5" destOrd="0" presId="urn:microsoft.com/office/officeart/2008/layout/LinedList"/>
    <dgm:cxn modelId="{914DD01F-D2C4-4862-A868-3F79BE7A39E7}" type="presParOf" srcId="{12C8516A-C971-4CD6-AAE4-84DAF051372A}" destId="{FB55E79E-10AF-4E24-8C0A-A956726B5C4D}" srcOrd="0" destOrd="0" presId="urn:microsoft.com/office/officeart/2008/layout/LinedList"/>
    <dgm:cxn modelId="{68E26FE6-40E9-4E49-9AD5-ABB7BB4484B3}" type="presParOf" srcId="{12C8516A-C971-4CD6-AAE4-84DAF051372A}" destId="{93DA080A-2689-4FC5-A3D5-6735AB81EC32}" srcOrd="1" destOrd="0" presId="urn:microsoft.com/office/officeart/2008/layout/LinedList"/>
    <dgm:cxn modelId="{D4A5247D-ADDB-4D58-A271-7D752A6EF9BA}" type="presParOf" srcId="{CC282B7D-BAF0-43CA-9322-5BA04A5868D7}" destId="{9338FCF8-D515-4282-86F3-1778249B07CC}" srcOrd="6" destOrd="0" presId="urn:microsoft.com/office/officeart/2008/layout/LinedList"/>
    <dgm:cxn modelId="{9B5416B7-3ED9-47C4-865B-42F0B0FFA165}" type="presParOf" srcId="{CC282B7D-BAF0-43CA-9322-5BA04A5868D7}" destId="{FD1D2AA3-3AAF-4FB0-A495-1E2B8CFA8AB4}" srcOrd="7" destOrd="0" presId="urn:microsoft.com/office/officeart/2008/layout/LinedList"/>
    <dgm:cxn modelId="{64CEE3E0-539A-45CB-A608-89E998729A44}" type="presParOf" srcId="{FD1D2AA3-3AAF-4FB0-A495-1E2B8CFA8AB4}" destId="{8ACD25D5-2966-417F-BA70-987A43100804}" srcOrd="0" destOrd="0" presId="urn:microsoft.com/office/officeart/2008/layout/LinedList"/>
    <dgm:cxn modelId="{C1406814-E994-42C7-A0D5-301F3F3699FB}" type="presParOf" srcId="{FD1D2AA3-3AAF-4FB0-A495-1E2B8CFA8AB4}" destId="{8E8BD7E4-4CD5-4520-8D0C-BA636694E729}" srcOrd="1" destOrd="0" presId="urn:microsoft.com/office/officeart/2008/layout/LinedList"/>
    <dgm:cxn modelId="{9A56D294-3D96-4AEE-9075-EDA1B318EE5D}" type="presParOf" srcId="{CC282B7D-BAF0-43CA-9322-5BA04A5868D7}" destId="{2F06A325-012F-45A6-8348-F8460B74E511}" srcOrd="8" destOrd="0" presId="urn:microsoft.com/office/officeart/2008/layout/LinedList"/>
    <dgm:cxn modelId="{49CC0C54-CE46-4764-A719-34520431ED71}" type="presParOf" srcId="{CC282B7D-BAF0-43CA-9322-5BA04A5868D7}" destId="{89577112-C964-4711-85A0-D05D4C99FCA2}" srcOrd="9" destOrd="0" presId="urn:microsoft.com/office/officeart/2008/layout/LinedList"/>
    <dgm:cxn modelId="{50FAD2E7-8B1C-4FD2-8BE3-616ACB394C8A}" type="presParOf" srcId="{89577112-C964-4711-85A0-D05D4C99FCA2}" destId="{362ABB25-37AB-492A-92D5-5AF77641051C}" srcOrd="0" destOrd="0" presId="urn:microsoft.com/office/officeart/2008/layout/LinedList"/>
    <dgm:cxn modelId="{16340F28-B88D-4623-B3DD-987540BC151A}" type="presParOf" srcId="{89577112-C964-4711-85A0-D05D4C99FCA2}" destId="{389746D1-2071-485E-95B5-C45AB748C74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2A17A6-577D-4059-B694-A1F31BD2978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C2A3C9A-854A-4B26-8430-C7EC47301F04}">
      <dgm:prSet/>
      <dgm:spPr/>
      <dgm:t>
        <a:bodyPr/>
        <a:lstStyle/>
        <a:p>
          <a:r>
            <a:rPr lang="en-US"/>
            <a:t>Strikes a balance between simplicity and complexity</a:t>
          </a:r>
        </a:p>
      </dgm:t>
    </dgm:pt>
    <dgm:pt modelId="{CC5EC714-7EB7-447E-85F6-BA1A8A751589}" type="parTrans" cxnId="{98B50E52-1FC2-4DEF-82A4-E8F438EAB119}">
      <dgm:prSet/>
      <dgm:spPr/>
      <dgm:t>
        <a:bodyPr/>
        <a:lstStyle/>
        <a:p>
          <a:endParaRPr lang="en-US"/>
        </a:p>
      </dgm:t>
    </dgm:pt>
    <dgm:pt modelId="{CCF47F36-4547-4602-94CD-7F976107F2A2}" type="sibTrans" cxnId="{98B50E52-1FC2-4DEF-82A4-E8F438EAB119}">
      <dgm:prSet/>
      <dgm:spPr/>
      <dgm:t>
        <a:bodyPr/>
        <a:lstStyle/>
        <a:p>
          <a:endParaRPr lang="en-US"/>
        </a:p>
      </dgm:t>
    </dgm:pt>
    <dgm:pt modelId="{199DABBA-CC62-41FC-8333-233105982713}">
      <dgm:prSet/>
      <dgm:spPr/>
      <dgm:t>
        <a:bodyPr/>
        <a:lstStyle/>
        <a:p>
          <a:r>
            <a:rPr lang="en-US"/>
            <a:t>Challenging but not 'impossible'</a:t>
          </a:r>
        </a:p>
      </dgm:t>
    </dgm:pt>
    <dgm:pt modelId="{EFE14A49-C60E-433D-BFA6-A279BB5C65AA}" type="parTrans" cxnId="{E7911131-CD44-4A86-8BAC-17511EE7CB94}">
      <dgm:prSet/>
      <dgm:spPr/>
      <dgm:t>
        <a:bodyPr/>
        <a:lstStyle/>
        <a:p>
          <a:endParaRPr lang="en-US"/>
        </a:p>
      </dgm:t>
    </dgm:pt>
    <dgm:pt modelId="{8B3AA3E9-EF0D-4756-9D2F-AF68EC9B191E}" type="sibTrans" cxnId="{E7911131-CD44-4A86-8BAC-17511EE7CB94}">
      <dgm:prSet/>
      <dgm:spPr/>
      <dgm:t>
        <a:bodyPr/>
        <a:lstStyle/>
        <a:p>
          <a:endParaRPr lang="en-US"/>
        </a:p>
      </dgm:t>
    </dgm:pt>
    <dgm:pt modelId="{03E956E3-9F79-4CDD-8FB3-298943FFEDA0}">
      <dgm:prSet/>
      <dgm:spPr/>
      <dgm:t>
        <a:bodyPr/>
        <a:lstStyle/>
        <a:p>
          <a:r>
            <a:rPr lang="en-US"/>
            <a:t>Incorporates user input and internal decision-making</a:t>
          </a:r>
        </a:p>
      </dgm:t>
    </dgm:pt>
    <dgm:pt modelId="{933ACCC4-EBC8-4B2B-98A1-541323F7DE72}" type="parTrans" cxnId="{645F14FA-16FB-445B-8B94-F3D1725B14F8}">
      <dgm:prSet/>
      <dgm:spPr/>
      <dgm:t>
        <a:bodyPr/>
        <a:lstStyle/>
        <a:p>
          <a:endParaRPr lang="en-US"/>
        </a:p>
      </dgm:t>
    </dgm:pt>
    <dgm:pt modelId="{2D9A721D-4EFC-48B2-8FE0-7EEBC0B5EF20}" type="sibTrans" cxnId="{645F14FA-16FB-445B-8B94-F3D1725B14F8}">
      <dgm:prSet/>
      <dgm:spPr/>
      <dgm:t>
        <a:bodyPr/>
        <a:lstStyle/>
        <a:p>
          <a:endParaRPr lang="en-US"/>
        </a:p>
      </dgm:t>
    </dgm:pt>
    <dgm:pt modelId="{5F7FFF33-F04B-48B1-A264-BCADAD1ADF6B}" type="pres">
      <dgm:prSet presAssocID="{862A17A6-577D-4059-B694-A1F31BD29780}" presName="linear" presStyleCnt="0">
        <dgm:presLayoutVars>
          <dgm:animLvl val="lvl"/>
          <dgm:resizeHandles val="exact"/>
        </dgm:presLayoutVars>
      </dgm:prSet>
      <dgm:spPr/>
    </dgm:pt>
    <dgm:pt modelId="{54BF49E8-39C2-49FB-95C6-40E3D130C9F1}" type="pres">
      <dgm:prSet presAssocID="{3C2A3C9A-854A-4B26-8430-C7EC47301F04}" presName="parentText" presStyleLbl="node1" presStyleIdx="0" presStyleCnt="3">
        <dgm:presLayoutVars>
          <dgm:chMax val="0"/>
          <dgm:bulletEnabled val="1"/>
        </dgm:presLayoutVars>
      </dgm:prSet>
      <dgm:spPr/>
    </dgm:pt>
    <dgm:pt modelId="{6FDB7204-98AE-415B-9B3E-A22AB1179EF6}" type="pres">
      <dgm:prSet presAssocID="{CCF47F36-4547-4602-94CD-7F976107F2A2}" presName="spacer" presStyleCnt="0"/>
      <dgm:spPr/>
    </dgm:pt>
    <dgm:pt modelId="{AE8596A2-3077-4CE3-8DC7-10F266924D84}" type="pres">
      <dgm:prSet presAssocID="{199DABBA-CC62-41FC-8333-233105982713}" presName="parentText" presStyleLbl="node1" presStyleIdx="1" presStyleCnt="3">
        <dgm:presLayoutVars>
          <dgm:chMax val="0"/>
          <dgm:bulletEnabled val="1"/>
        </dgm:presLayoutVars>
      </dgm:prSet>
      <dgm:spPr/>
    </dgm:pt>
    <dgm:pt modelId="{5C89DECE-3A7F-49F1-9FCE-235A68C54D45}" type="pres">
      <dgm:prSet presAssocID="{8B3AA3E9-EF0D-4756-9D2F-AF68EC9B191E}" presName="spacer" presStyleCnt="0"/>
      <dgm:spPr/>
    </dgm:pt>
    <dgm:pt modelId="{764D08C0-1ADC-4A6E-9333-B471B7F18413}" type="pres">
      <dgm:prSet presAssocID="{03E956E3-9F79-4CDD-8FB3-298943FFEDA0}" presName="parentText" presStyleLbl="node1" presStyleIdx="2" presStyleCnt="3">
        <dgm:presLayoutVars>
          <dgm:chMax val="0"/>
          <dgm:bulletEnabled val="1"/>
        </dgm:presLayoutVars>
      </dgm:prSet>
      <dgm:spPr/>
    </dgm:pt>
  </dgm:ptLst>
  <dgm:cxnLst>
    <dgm:cxn modelId="{E7911131-CD44-4A86-8BAC-17511EE7CB94}" srcId="{862A17A6-577D-4059-B694-A1F31BD29780}" destId="{199DABBA-CC62-41FC-8333-233105982713}" srcOrd="1" destOrd="0" parTransId="{EFE14A49-C60E-433D-BFA6-A279BB5C65AA}" sibTransId="{8B3AA3E9-EF0D-4756-9D2F-AF68EC9B191E}"/>
    <dgm:cxn modelId="{4C0F9360-B2EA-4DDA-9734-9CFE2DEDF691}" type="presOf" srcId="{862A17A6-577D-4059-B694-A1F31BD29780}" destId="{5F7FFF33-F04B-48B1-A264-BCADAD1ADF6B}" srcOrd="0" destOrd="0" presId="urn:microsoft.com/office/officeart/2005/8/layout/vList2"/>
    <dgm:cxn modelId="{98B50E52-1FC2-4DEF-82A4-E8F438EAB119}" srcId="{862A17A6-577D-4059-B694-A1F31BD29780}" destId="{3C2A3C9A-854A-4B26-8430-C7EC47301F04}" srcOrd="0" destOrd="0" parTransId="{CC5EC714-7EB7-447E-85F6-BA1A8A751589}" sibTransId="{CCF47F36-4547-4602-94CD-7F976107F2A2}"/>
    <dgm:cxn modelId="{60F75F73-1453-4116-82BA-983812C12FA8}" type="presOf" srcId="{3C2A3C9A-854A-4B26-8430-C7EC47301F04}" destId="{54BF49E8-39C2-49FB-95C6-40E3D130C9F1}" srcOrd="0" destOrd="0" presId="urn:microsoft.com/office/officeart/2005/8/layout/vList2"/>
    <dgm:cxn modelId="{0961E797-0BEE-440D-842C-9E0388C58C8F}" type="presOf" srcId="{03E956E3-9F79-4CDD-8FB3-298943FFEDA0}" destId="{764D08C0-1ADC-4A6E-9333-B471B7F18413}" srcOrd="0" destOrd="0" presId="urn:microsoft.com/office/officeart/2005/8/layout/vList2"/>
    <dgm:cxn modelId="{D2EAB6B1-DBA5-4B1F-ADA2-05713BCF2320}" type="presOf" srcId="{199DABBA-CC62-41FC-8333-233105982713}" destId="{AE8596A2-3077-4CE3-8DC7-10F266924D84}" srcOrd="0" destOrd="0" presId="urn:microsoft.com/office/officeart/2005/8/layout/vList2"/>
    <dgm:cxn modelId="{645F14FA-16FB-445B-8B94-F3D1725B14F8}" srcId="{862A17A6-577D-4059-B694-A1F31BD29780}" destId="{03E956E3-9F79-4CDD-8FB3-298943FFEDA0}" srcOrd="2" destOrd="0" parTransId="{933ACCC4-EBC8-4B2B-98A1-541323F7DE72}" sibTransId="{2D9A721D-4EFC-48B2-8FE0-7EEBC0B5EF20}"/>
    <dgm:cxn modelId="{BBABB93A-B4FA-435C-AE3E-1C9615579FF7}" type="presParOf" srcId="{5F7FFF33-F04B-48B1-A264-BCADAD1ADF6B}" destId="{54BF49E8-39C2-49FB-95C6-40E3D130C9F1}" srcOrd="0" destOrd="0" presId="urn:microsoft.com/office/officeart/2005/8/layout/vList2"/>
    <dgm:cxn modelId="{DB4F90C6-5BE1-4EDB-AD7A-C78B692B5946}" type="presParOf" srcId="{5F7FFF33-F04B-48B1-A264-BCADAD1ADF6B}" destId="{6FDB7204-98AE-415B-9B3E-A22AB1179EF6}" srcOrd="1" destOrd="0" presId="urn:microsoft.com/office/officeart/2005/8/layout/vList2"/>
    <dgm:cxn modelId="{C55E0A06-CD4D-49F6-9B45-A65010BC0899}" type="presParOf" srcId="{5F7FFF33-F04B-48B1-A264-BCADAD1ADF6B}" destId="{AE8596A2-3077-4CE3-8DC7-10F266924D84}" srcOrd="2" destOrd="0" presId="urn:microsoft.com/office/officeart/2005/8/layout/vList2"/>
    <dgm:cxn modelId="{DBD65D96-2A88-4FE4-9D96-63A81F5441E5}" type="presParOf" srcId="{5F7FFF33-F04B-48B1-A264-BCADAD1ADF6B}" destId="{5C89DECE-3A7F-49F1-9FCE-235A68C54D45}" srcOrd="3" destOrd="0" presId="urn:microsoft.com/office/officeart/2005/8/layout/vList2"/>
    <dgm:cxn modelId="{D9C8B441-15B1-408E-9BC4-AB1B9056161E}" type="presParOf" srcId="{5F7FFF33-F04B-48B1-A264-BCADAD1ADF6B}" destId="{764D08C0-1ADC-4A6E-9333-B471B7F18413}"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C1DF03D-D4DC-4561-BFD2-13770CF5920A}"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E1AED4AE-F273-41B8-8FDA-3E331DC5475A}">
      <dgm:prSet/>
      <dgm:spPr/>
      <dgm:t>
        <a:bodyPr/>
        <a:lstStyle/>
        <a:p>
          <a:r>
            <a:rPr lang="en-US" i="0" baseline="0"/>
            <a:t>User Interface + Setup</a:t>
          </a:r>
          <a:endParaRPr lang="en-US"/>
        </a:p>
      </dgm:t>
    </dgm:pt>
    <dgm:pt modelId="{9A6EBF58-3CBD-4F09-9E37-5181A92E5039}" type="parTrans" cxnId="{2893D00D-2A00-4402-BC10-7B1604E8896F}">
      <dgm:prSet/>
      <dgm:spPr/>
      <dgm:t>
        <a:bodyPr/>
        <a:lstStyle/>
        <a:p>
          <a:endParaRPr lang="en-US"/>
        </a:p>
      </dgm:t>
    </dgm:pt>
    <dgm:pt modelId="{9A6CF7F5-75DF-4AD2-9EFC-169B160DBE0A}" type="sibTrans" cxnId="{2893D00D-2A00-4402-BC10-7B1604E8896F}">
      <dgm:prSet/>
      <dgm:spPr/>
      <dgm:t>
        <a:bodyPr/>
        <a:lstStyle/>
        <a:p>
          <a:endParaRPr lang="en-US"/>
        </a:p>
      </dgm:t>
    </dgm:pt>
    <dgm:pt modelId="{4C233F3B-20AF-4673-A303-932ECA230E4F}">
      <dgm:prSet/>
      <dgm:spPr/>
      <dgm:t>
        <a:bodyPr/>
        <a:lstStyle/>
        <a:p>
          <a:r>
            <a:rPr lang="en-US"/>
            <a:t>Computer Moves and Logic Functions</a:t>
          </a:r>
        </a:p>
      </dgm:t>
    </dgm:pt>
    <dgm:pt modelId="{728E80E7-F32E-4AE5-B9CE-3E460905E091}" type="parTrans" cxnId="{2FB44387-57FD-4DE8-ABEB-CE321DD78BF4}">
      <dgm:prSet/>
      <dgm:spPr/>
      <dgm:t>
        <a:bodyPr/>
        <a:lstStyle/>
        <a:p>
          <a:endParaRPr lang="en-US"/>
        </a:p>
      </dgm:t>
    </dgm:pt>
    <dgm:pt modelId="{5F1444FE-6B87-4310-86E7-17479A7C20EC}" type="sibTrans" cxnId="{2FB44387-57FD-4DE8-ABEB-CE321DD78BF4}">
      <dgm:prSet/>
      <dgm:spPr/>
      <dgm:t>
        <a:bodyPr/>
        <a:lstStyle/>
        <a:p>
          <a:endParaRPr lang="en-US"/>
        </a:p>
      </dgm:t>
    </dgm:pt>
    <dgm:pt modelId="{FEFCE9BE-BE35-4BBE-8CDA-0940B1F26E8E}">
      <dgm:prSet/>
      <dgm:spPr/>
      <dgm:t>
        <a:bodyPr/>
        <a:lstStyle/>
        <a:p>
          <a:r>
            <a:rPr lang="en-US" i="0" baseline="0"/>
            <a:t>Functions to accept player input and perform actions</a:t>
          </a:r>
          <a:endParaRPr lang="en-US"/>
        </a:p>
      </dgm:t>
    </dgm:pt>
    <dgm:pt modelId="{474BCB17-7DF1-4B6F-8A48-1DB6C9867584}" type="parTrans" cxnId="{8450DA02-8A97-47BF-869A-0E9D3F93EE34}">
      <dgm:prSet/>
      <dgm:spPr/>
      <dgm:t>
        <a:bodyPr/>
        <a:lstStyle/>
        <a:p>
          <a:endParaRPr lang="en-US"/>
        </a:p>
      </dgm:t>
    </dgm:pt>
    <dgm:pt modelId="{03530B83-A203-4958-9B3F-C5B075B1E71C}" type="sibTrans" cxnId="{8450DA02-8A97-47BF-869A-0E9D3F93EE34}">
      <dgm:prSet/>
      <dgm:spPr/>
      <dgm:t>
        <a:bodyPr/>
        <a:lstStyle/>
        <a:p>
          <a:endParaRPr lang="en-US"/>
        </a:p>
      </dgm:t>
    </dgm:pt>
    <dgm:pt modelId="{A4EA4FEB-FA13-4720-AD80-70329895D54E}">
      <dgm:prSet/>
      <dgm:spPr/>
      <dgm:t>
        <a:bodyPr/>
        <a:lstStyle/>
        <a:p>
          <a:r>
            <a:rPr lang="en-US"/>
            <a:t>Clear instructions for the players</a:t>
          </a:r>
        </a:p>
      </dgm:t>
    </dgm:pt>
    <dgm:pt modelId="{4F75CC7E-66C0-46FC-BFAC-51EB40F6ACC3}" type="parTrans" cxnId="{4DF4EF11-3FE4-4C0E-8B41-F98768FC60AC}">
      <dgm:prSet/>
      <dgm:spPr/>
      <dgm:t>
        <a:bodyPr/>
        <a:lstStyle/>
        <a:p>
          <a:endParaRPr lang="en-US"/>
        </a:p>
      </dgm:t>
    </dgm:pt>
    <dgm:pt modelId="{6FF809DB-18AC-468C-A9D9-1999E026A303}" type="sibTrans" cxnId="{4DF4EF11-3FE4-4C0E-8B41-F98768FC60AC}">
      <dgm:prSet/>
      <dgm:spPr/>
      <dgm:t>
        <a:bodyPr/>
        <a:lstStyle/>
        <a:p>
          <a:endParaRPr lang="en-US"/>
        </a:p>
      </dgm:t>
    </dgm:pt>
    <dgm:pt modelId="{9A174530-48D4-49D3-B7D0-E9C2804C2C9A}" type="pres">
      <dgm:prSet presAssocID="{6C1DF03D-D4DC-4561-BFD2-13770CF5920A}" presName="hierChild1" presStyleCnt="0">
        <dgm:presLayoutVars>
          <dgm:chPref val="1"/>
          <dgm:dir/>
          <dgm:animOne val="branch"/>
          <dgm:animLvl val="lvl"/>
          <dgm:resizeHandles/>
        </dgm:presLayoutVars>
      </dgm:prSet>
      <dgm:spPr/>
    </dgm:pt>
    <dgm:pt modelId="{201E21A5-B422-4308-A137-75A72EA97D74}" type="pres">
      <dgm:prSet presAssocID="{E1AED4AE-F273-41B8-8FDA-3E331DC5475A}" presName="hierRoot1" presStyleCnt="0"/>
      <dgm:spPr/>
    </dgm:pt>
    <dgm:pt modelId="{3DF6BA00-1EAD-4CF7-AA12-D5BBF5615989}" type="pres">
      <dgm:prSet presAssocID="{E1AED4AE-F273-41B8-8FDA-3E331DC5475A}" presName="composite" presStyleCnt="0"/>
      <dgm:spPr/>
    </dgm:pt>
    <dgm:pt modelId="{BB0DCE54-DE49-47E8-B72F-802620E24F1F}" type="pres">
      <dgm:prSet presAssocID="{E1AED4AE-F273-41B8-8FDA-3E331DC5475A}" presName="background" presStyleLbl="node0" presStyleIdx="0" presStyleCnt="4"/>
      <dgm:spPr/>
    </dgm:pt>
    <dgm:pt modelId="{214C712D-BB48-45ED-B561-EBE1F181B1E9}" type="pres">
      <dgm:prSet presAssocID="{E1AED4AE-F273-41B8-8FDA-3E331DC5475A}" presName="text" presStyleLbl="fgAcc0" presStyleIdx="0" presStyleCnt="4">
        <dgm:presLayoutVars>
          <dgm:chPref val="3"/>
        </dgm:presLayoutVars>
      </dgm:prSet>
      <dgm:spPr/>
    </dgm:pt>
    <dgm:pt modelId="{21BAA41D-6641-48E6-9AA9-907F5D09865C}" type="pres">
      <dgm:prSet presAssocID="{E1AED4AE-F273-41B8-8FDA-3E331DC5475A}" presName="hierChild2" presStyleCnt="0"/>
      <dgm:spPr/>
    </dgm:pt>
    <dgm:pt modelId="{D17BD147-604D-4406-A9D3-5BF2854DA9B4}" type="pres">
      <dgm:prSet presAssocID="{4C233F3B-20AF-4673-A303-932ECA230E4F}" presName="hierRoot1" presStyleCnt="0"/>
      <dgm:spPr/>
    </dgm:pt>
    <dgm:pt modelId="{7AFD103E-3E09-4C48-9D51-07C838C2148B}" type="pres">
      <dgm:prSet presAssocID="{4C233F3B-20AF-4673-A303-932ECA230E4F}" presName="composite" presStyleCnt="0"/>
      <dgm:spPr/>
    </dgm:pt>
    <dgm:pt modelId="{A15EA5F4-6308-4AC6-919D-E818303D8C74}" type="pres">
      <dgm:prSet presAssocID="{4C233F3B-20AF-4673-A303-932ECA230E4F}" presName="background" presStyleLbl="node0" presStyleIdx="1" presStyleCnt="4"/>
      <dgm:spPr/>
    </dgm:pt>
    <dgm:pt modelId="{9796A1CE-CBEF-40AF-A2C3-A722F46208DC}" type="pres">
      <dgm:prSet presAssocID="{4C233F3B-20AF-4673-A303-932ECA230E4F}" presName="text" presStyleLbl="fgAcc0" presStyleIdx="1" presStyleCnt="4">
        <dgm:presLayoutVars>
          <dgm:chPref val="3"/>
        </dgm:presLayoutVars>
      </dgm:prSet>
      <dgm:spPr/>
    </dgm:pt>
    <dgm:pt modelId="{18EE0260-B15D-4428-9955-EE6FB69C181B}" type="pres">
      <dgm:prSet presAssocID="{4C233F3B-20AF-4673-A303-932ECA230E4F}" presName="hierChild2" presStyleCnt="0"/>
      <dgm:spPr/>
    </dgm:pt>
    <dgm:pt modelId="{3169DE8E-4ADE-44C4-8979-E50641DA7AC5}" type="pres">
      <dgm:prSet presAssocID="{FEFCE9BE-BE35-4BBE-8CDA-0940B1F26E8E}" presName="hierRoot1" presStyleCnt="0"/>
      <dgm:spPr/>
    </dgm:pt>
    <dgm:pt modelId="{2340EF2C-65E7-4271-8B80-577A2D76ADDF}" type="pres">
      <dgm:prSet presAssocID="{FEFCE9BE-BE35-4BBE-8CDA-0940B1F26E8E}" presName="composite" presStyleCnt="0"/>
      <dgm:spPr/>
    </dgm:pt>
    <dgm:pt modelId="{3B219559-F362-4D7E-A66E-D8FFE1D88BDF}" type="pres">
      <dgm:prSet presAssocID="{FEFCE9BE-BE35-4BBE-8CDA-0940B1F26E8E}" presName="background" presStyleLbl="node0" presStyleIdx="2" presStyleCnt="4"/>
      <dgm:spPr/>
    </dgm:pt>
    <dgm:pt modelId="{08A8A3C2-B5D4-44A9-9EAA-F89B54A4B96C}" type="pres">
      <dgm:prSet presAssocID="{FEFCE9BE-BE35-4BBE-8CDA-0940B1F26E8E}" presName="text" presStyleLbl="fgAcc0" presStyleIdx="2" presStyleCnt="4">
        <dgm:presLayoutVars>
          <dgm:chPref val="3"/>
        </dgm:presLayoutVars>
      </dgm:prSet>
      <dgm:spPr/>
    </dgm:pt>
    <dgm:pt modelId="{47305D79-A909-4164-A277-5DD00A4C6FA2}" type="pres">
      <dgm:prSet presAssocID="{FEFCE9BE-BE35-4BBE-8CDA-0940B1F26E8E}" presName="hierChild2" presStyleCnt="0"/>
      <dgm:spPr/>
    </dgm:pt>
    <dgm:pt modelId="{31D37108-41F8-4C4F-BF40-9A2F166CE04C}" type="pres">
      <dgm:prSet presAssocID="{A4EA4FEB-FA13-4720-AD80-70329895D54E}" presName="hierRoot1" presStyleCnt="0"/>
      <dgm:spPr/>
    </dgm:pt>
    <dgm:pt modelId="{06C0D8D8-BF95-4C71-9475-084A4A22F09B}" type="pres">
      <dgm:prSet presAssocID="{A4EA4FEB-FA13-4720-AD80-70329895D54E}" presName="composite" presStyleCnt="0"/>
      <dgm:spPr/>
    </dgm:pt>
    <dgm:pt modelId="{6E5CDD72-A87D-4D15-8EA3-9F009B5B40D1}" type="pres">
      <dgm:prSet presAssocID="{A4EA4FEB-FA13-4720-AD80-70329895D54E}" presName="background" presStyleLbl="node0" presStyleIdx="3" presStyleCnt="4"/>
      <dgm:spPr/>
    </dgm:pt>
    <dgm:pt modelId="{E1A38446-CFC8-40F9-B0DF-8AB9582458E9}" type="pres">
      <dgm:prSet presAssocID="{A4EA4FEB-FA13-4720-AD80-70329895D54E}" presName="text" presStyleLbl="fgAcc0" presStyleIdx="3" presStyleCnt="4">
        <dgm:presLayoutVars>
          <dgm:chPref val="3"/>
        </dgm:presLayoutVars>
      </dgm:prSet>
      <dgm:spPr/>
    </dgm:pt>
    <dgm:pt modelId="{1EBA9C50-9178-4B47-B827-E79D417B1A62}" type="pres">
      <dgm:prSet presAssocID="{A4EA4FEB-FA13-4720-AD80-70329895D54E}" presName="hierChild2" presStyleCnt="0"/>
      <dgm:spPr/>
    </dgm:pt>
  </dgm:ptLst>
  <dgm:cxnLst>
    <dgm:cxn modelId="{8450DA02-8A97-47BF-869A-0E9D3F93EE34}" srcId="{6C1DF03D-D4DC-4561-BFD2-13770CF5920A}" destId="{FEFCE9BE-BE35-4BBE-8CDA-0940B1F26E8E}" srcOrd="2" destOrd="0" parTransId="{474BCB17-7DF1-4B6F-8A48-1DB6C9867584}" sibTransId="{03530B83-A203-4958-9B3F-C5B075B1E71C}"/>
    <dgm:cxn modelId="{2893D00D-2A00-4402-BC10-7B1604E8896F}" srcId="{6C1DF03D-D4DC-4561-BFD2-13770CF5920A}" destId="{E1AED4AE-F273-41B8-8FDA-3E331DC5475A}" srcOrd="0" destOrd="0" parTransId="{9A6EBF58-3CBD-4F09-9E37-5181A92E5039}" sibTransId="{9A6CF7F5-75DF-4AD2-9EFC-169B160DBE0A}"/>
    <dgm:cxn modelId="{4DF4EF11-3FE4-4C0E-8B41-F98768FC60AC}" srcId="{6C1DF03D-D4DC-4561-BFD2-13770CF5920A}" destId="{A4EA4FEB-FA13-4720-AD80-70329895D54E}" srcOrd="3" destOrd="0" parTransId="{4F75CC7E-66C0-46FC-BFAC-51EB40F6ACC3}" sibTransId="{6FF809DB-18AC-468C-A9D9-1999E026A303}"/>
    <dgm:cxn modelId="{C07D2323-621D-43EC-93EF-7A51826195A1}" type="presOf" srcId="{FEFCE9BE-BE35-4BBE-8CDA-0940B1F26E8E}" destId="{08A8A3C2-B5D4-44A9-9EAA-F89B54A4B96C}" srcOrd="0" destOrd="0" presId="urn:microsoft.com/office/officeart/2005/8/layout/hierarchy1"/>
    <dgm:cxn modelId="{79C45E2D-7ED2-42D0-B279-76FDC442EDB0}" type="presOf" srcId="{A4EA4FEB-FA13-4720-AD80-70329895D54E}" destId="{E1A38446-CFC8-40F9-B0DF-8AB9582458E9}" srcOrd="0" destOrd="0" presId="urn:microsoft.com/office/officeart/2005/8/layout/hierarchy1"/>
    <dgm:cxn modelId="{06CF3A38-0A11-4001-919E-2F9491772D36}" type="presOf" srcId="{4C233F3B-20AF-4673-A303-932ECA230E4F}" destId="{9796A1CE-CBEF-40AF-A2C3-A722F46208DC}" srcOrd="0" destOrd="0" presId="urn:microsoft.com/office/officeart/2005/8/layout/hierarchy1"/>
    <dgm:cxn modelId="{2FB44387-57FD-4DE8-ABEB-CE321DD78BF4}" srcId="{6C1DF03D-D4DC-4561-BFD2-13770CF5920A}" destId="{4C233F3B-20AF-4673-A303-932ECA230E4F}" srcOrd="1" destOrd="0" parTransId="{728E80E7-F32E-4AE5-B9CE-3E460905E091}" sibTransId="{5F1444FE-6B87-4310-86E7-17479A7C20EC}"/>
    <dgm:cxn modelId="{4D6BF098-B302-45BC-8E0E-55E17E42201A}" type="presOf" srcId="{E1AED4AE-F273-41B8-8FDA-3E331DC5475A}" destId="{214C712D-BB48-45ED-B561-EBE1F181B1E9}" srcOrd="0" destOrd="0" presId="urn:microsoft.com/office/officeart/2005/8/layout/hierarchy1"/>
    <dgm:cxn modelId="{CD65A8B3-150D-485C-BB67-689511063DBE}" type="presOf" srcId="{6C1DF03D-D4DC-4561-BFD2-13770CF5920A}" destId="{9A174530-48D4-49D3-B7D0-E9C2804C2C9A}" srcOrd="0" destOrd="0" presId="urn:microsoft.com/office/officeart/2005/8/layout/hierarchy1"/>
    <dgm:cxn modelId="{56780DBC-9B45-4AB5-B66C-95F1124390A5}" type="presParOf" srcId="{9A174530-48D4-49D3-B7D0-E9C2804C2C9A}" destId="{201E21A5-B422-4308-A137-75A72EA97D74}" srcOrd="0" destOrd="0" presId="urn:microsoft.com/office/officeart/2005/8/layout/hierarchy1"/>
    <dgm:cxn modelId="{6DA08474-35BD-4884-84C6-918B800F21FE}" type="presParOf" srcId="{201E21A5-B422-4308-A137-75A72EA97D74}" destId="{3DF6BA00-1EAD-4CF7-AA12-D5BBF5615989}" srcOrd="0" destOrd="0" presId="urn:microsoft.com/office/officeart/2005/8/layout/hierarchy1"/>
    <dgm:cxn modelId="{B2548EB1-7612-45BA-8103-0059F85DFC34}" type="presParOf" srcId="{3DF6BA00-1EAD-4CF7-AA12-D5BBF5615989}" destId="{BB0DCE54-DE49-47E8-B72F-802620E24F1F}" srcOrd="0" destOrd="0" presId="urn:microsoft.com/office/officeart/2005/8/layout/hierarchy1"/>
    <dgm:cxn modelId="{47622293-C85E-48B0-B617-6E4FC82A9CE9}" type="presParOf" srcId="{3DF6BA00-1EAD-4CF7-AA12-D5BBF5615989}" destId="{214C712D-BB48-45ED-B561-EBE1F181B1E9}" srcOrd="1" destOrd="0" presId="urn:microsoft.com/office/officeart/2005/8/layout/hierarchy1"/>
    <dgm:cxn modelId="{9EA2A269-99A5-42BB-B624-05D94ACF5EF9}" type="presParOf" srcId="{201E21A5-B422-4308-A137-75A72EA97D74}" destId="{21BAA41D-6641-48E6-9AA9-907F5D09865C}" srcOrd="1" destOrd="0" presId="urn:microsoft.com/office/officeart/2005/8/layout/hierarchy1"/>
    <dgm:cxn modelId="{04843DB6-0001-4C8F-A4C0-A42375C1FCC1}" type="presParOf" srcId="{9A174530-48D4-49D3-B7D0-E9C2804C2C9A}" destId="{D17BD147-604D-4406-A9D3-5BF2854DA9B4}" srcOrd="1" destOrd="0" presId="urn:microsoft.com/office/officeart/2005/8/layout/hierarchy1"/>
    <dgm:cxn modelId="{8719F89F-49BF-47A1-AD42-C5ECAB62D61B}" type="presParOf" srcId="{D17BD147-604D-4406-A9D3-5BF2854DA9B4}" destId="{7AFD103E-3E09-4C48-9D51-07C838C2148B}" srcOrd="0" destOrd="0" presId="urn:microsoft.com/office/officeart/2005/8/layout/hierarchy1"/>
    <dgm:cxn modelId="{2F88EA67-64D1-4D91-834C-5D427D089152}" type="presParOf" srcId="{7AFD103E-3E09-4C48-9D51-07C838C2148B}" destId="{A15EA5F4-6308-4AC6-919D-E818303D8C74}" srcOrd="0" destOrd="0" presId="urn:microsoft.com/office/officeart/2005/8/layout/hierarchy1"/>
    <dgm:cxn modelId="{94CF2B7B-A832-47E1-96B9-79DA62B7124D}" type="presParOf" srcId="{7AFD103E-3E09-4C48-9D51-07C838C2148B}" destId="{9796A1CE-CBEF-40AF-A2C3-A722F46208DC}" srcOrd="1" destOrd="0" presId="urn:microsoft.com/office/officeart/2005/8/layout/hierarchy1"/>
    <dgm:cxn modelId="{A4AE6C55-5F2E-4AD4-91FE-868B2C87080A}" type="presParOf" srcId="{D17BD147-604D-4406-A9D3-5BF2854DA9B4}" destId="{18EE0260-B15D-4428-9955-EE6FB69C181B}" srcOrd="1" destOrd="0" presId="urn:microsoft.com/office/officeart/2005/8/layout/hierarchy1"/>
    <dgm:cxn modelId="{A90041D8-3492-4CDD-BC91-BDA71E3169B1}" type="presParOf" srcId="{9A174530-48D4-49D3-B7D0-E9C2804C2C9A}" destId="{3169DE8E-4ADE-44C4-8979-E50641DA7AC5}" srcOrd="2" destOrd="0" presId="urn:microsoft.com/office/officeart/2005/8/layout/hierarchy1"/>
    <dgm:cxn modelId="{B0926EE3-3688-4A50-B839-BE6EF94A0B3D}" type="presParOf" srcId="{3169DE8E-4ADE-44C4-8979-E50641DA7AC5}" destId="{2340EF2C-65E7-4271-8B80-577A2D76ADDF}" srcOrd="0" destOrd="0" presId="urn:microsoft.com/office/officeart/2005/8/layout/hierarchy1"/>
    <dgm:cxn modelId="{65C5144E-8073-4FDB-9C47-B2C1876BFB9D}" type="presParOf" srcId="{2340EF2C-65E7-4271-8B80-577A2D76ADDF}" destId="{3B219559-F362-4D7E-A66E-D8FFE1D88BDF}" srcOrd="0" destOrd="0" presId="urn:microsoft.com/office/officeart/2005/8/layout/hierarchy1"/>
    <dgm:cxn modelId="{7A06F293-D4C3-4E07-B50C-2DCB1FC7F055}" type="presParOf" srcId="{2340EF2C-65E7-4271-8B80-577A2D76ADDF}" destId="{08A8A3C2-B5D4-44A9-9EAA-F89B54A4B96C}" srcOrd="1" destOrd="0" presId="urn:microsoft.com/office/officeart/2005/8/layout/hierarchy1"/>
    <dgm:cxn modelId="{5DFDD245-8961-4273-859D-B8D21D4A8CA8}" type="presParOf" srcId="{3169DE8E-4ADE-44C4-8979-E50641DA7AC5}" destId="{47305D79-A909-4164-A277-5DD00A4C6FA2}" srcOrd="1" destOrd="0" presId="urn:microsoft.com/office/officeart/2005/8/layout/hierarchy1"/>
    <dgm:cxn modelId="{C0E90F05-89DF-4333-A2F7-6B615658CA24}" type="presParOf" srcId="{9A174530-48D4-49D3-B7D0-E9C2804C2C9A}" destId="{31D37108-41F8-4C4F-BF40-9A2F166CE04C}" srcOrd="3" destOrd="0" presId="urn:microsoft.com/office/officeart/2005/8/layout/hierarchy1"/>
    <dgm:cxn modelId="{94BEE02B-F7C1-4479-BACF-7F44F68A43FF}" type="presParOf" srcId="{31D37108-41F8-4C4F-BF40-9A2F166CE04C}" destId="{06C0D8D8-BF95-4C71-9475-084A4A22F09B}" srcOrd="0" destOrd="0" presId="urn:microsoft.com/office/officeart/2005/8/layout/hierarchy1"/>
    <dgm:cxn modelId="{C1E21E12-796B-4E1A-9B55-CEC684B09789}" type="presParOf" srcId="{06C0D8D8-BF95-4C71-9475-084A4A22F09B}" destId="{6E5CDD72-A87D-4D15-8EA3-9F009B5B40D1}" srcOrd="0" destOrd="0" presId="urn:microsoft.com/office/officeart/2005/8/layout/hierarchy1"/>
    <dgm:cxn modelId="{D84BC5B2-223D-486F-9633-20FEF32239FF}" type="presParOf" srcId="{06C0D8D8-BF95-4C71-9475-084A4A22F09B}" destId="{E1A38446-CFC8-40F9-B0DF-8AB9582458E9}" srcOrd="1" destOrd="0" presId="urn:microsoft.com/office/officeart/2005/8/layout/hierarchy1"/>
    <dgm:cxn modelId="{925019BB-2301-4C19-921D-072B25490842}" type="presParOf" srcId="{31D37108-41F8-4C4F-BF40-9A2F166CE04C}" destId="{1EBA9C50-9178-4B47-B827-E79D417B1A62}"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A56F730-EBD4-44EB-81E5-78639A5321FC}"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244573BB-81C4-4618-A801-5A8857740293}">
      <dgm:prSet/>
      <dgm:spPr/>
      <dgm:t>
        <a:bodyPr/>
        <a:lstStyle/>
        <a:p>
          <a:r>
            <a:rPr lang="en-US"/>
            <a:t>Iterative Development Process </a:t>
          </a:r>
        </a:p>
      </dgm:t>
    </dgm:pt>
    <dgm:pt modelId="{E3377078-5083-402F-9777-07822598DA7C}" type="parTrans" cxnId="{45C42FB2-D223-4B11-90E0-A430817B4877}">
      <dgm:prSet/>
      <dgm:spPr/>
      <dgm:t>
        <a:bodyPr/>
        <a:lstStyle/>
        <a:p>
          <a:endParaRPr lang="en-US"/>
        </a:p>
      </dgm:t>
    </dgm:pt>
    <dgm:pt modelId="{A3C9234E-E107-4E54-A6D8-49A8ABCCE37C}" type="sibTrans" cxnId="{45C42FB2-D223-4B11-90E0-A430817B4877}">
      <dgm:prSet/>
      <dgm:spPr/>
      <dgm:t>
        <a:bodyPr/>
        <a:lstStyle/>
        <a:p>
          <a:endParaRPr lang="en-US"/>
        </a:p>
      </dgm:t>
    </dgm:pt>
    <dgm:pt modelId="{0E94DAAF-463A-4F93-B43B-4CFAC920ADFB}">
      <dgm:prSet/>
      <dgm:spPr/>
      <dgm:t>
        <a:bodyPr/>
        <a:lstStyle/>
        <a:p>
          <a:r>
            <a:rPr lang="en-US"/>
            <a:t>GitHub Version Control </a:t>
          </a:r>
        </a:p>
      </dgm:t>
    </dgm:pt>
    <dgm:pt modelId="{F8A7BA0B-E0DB-4271-82CC-1B01731E7A3E}" type="parTrans" cxnId="{1D32CC0D-6900-4479-9F19-2664C83E8290}">
      <dgm:prSet/>
      <dgm:spPr/>
      <dgm:t>
        <a:bodyPr/>
        <a:lstStyle/>
        <a:p>
          <a:endParaRPr lang="en-US"/>
        </a:p>
      </dgm:t>
    </dgm:pt>
    <dgm:pt modelId="{48C2203C-41EB-4AD2-9E97-7D0A12383EDC}" type="sibTrans" cxnId="{1D32CC0D-6900-4479-9F19-2664C83E8290}">
      <dgm:prSet/>
      <dgm:spPr/>
      <dgm:t>
        <a:bodyPr/>
        <a:lstStyle/>
        <a:p>
          <a:endParaRPr lang="en-US"/>
        </a:p>
      </dgm:t>
    </dgm:pt>
    <dgm:pt modelId="{4D5FA010-1048-4337-9C8C-FC944DCFA6F8}">
      <dgm:prSet/>
      <dgm:spPr/>
      <dgm:t>
        <a:bodyPr/>
        <a:lstStyle/>
        <a:p>
          <a:r>
            <a:rPr lang="en-US"/>
            <a:t>Extensive Debugging &amp; Testing </a:t>
          </a:r>
        </a:p>
      </dgm:t>
    </dgm:pt>
    <dgm:pt modelId="{9937A61B-C680-4FFE-9309-CD0CDBE86991}" type="parTrans" cxnId="{130CB370-2939-41E9-BD22-C4E9031B366D}">
      <dgm:prSet/>
      <dgm:spPr/>
      <dgm:t>
        <a:bodyPr/>
        <a:lstStyle/>
        <a:p>
          <a:endParaRPr lang="en-US"/>
        </a:p>
      </dgm:t>
    </dgm:pt>
    <dgm:pt modelId="{BE8B487A-E306-44D2-947E-302499ACE25D}" type="sibTrans" cxnId="{130CB370-2939-41E9-BD22-C4E9031B366D}">
      <dgm:prSet/>
      <dgm:spPr/>
      <dgm:t>
        <a:bodyPr/>
        <a:lstStyle/>
        <a:p>
          <a:endParaRPr lang="en-US"/>
        </a:p>
      </dgm:t>
    </dgm:pt>
    <dgm:pt modelId="{88EEF2A5-D6D1-4820-87AB-BA6E3D7EF9B5}">
      <dgm:prSet/>
      <dgm:spPr/>
      <dgm:t>
        <a:bodyPr/>
        <a:lstStyle/>
        <a:p>
          <a:r>
            <a:rPr lang="en-US"/>
            <a:t>Meld Detection Complexity </a:t>
          </a:r>
        </a:p>
      </dgm:t>
    </dgm:pt>
    <dgm:pt modelId="{DF76B720-9FCC-411A-8640-5843B5C754F1}" type="parTrans" cxnId="{80AEA49A-FE5D-48E8-8F65-AE67361A6CC5}">
      <dgm:prSet/>
      <dgm:spPr/>
      <dgm:t>
        <a:bodyPr/>
        <a:lstStyle/>
        <a:p>
          <a:endParaRPr lang="en-US"/>
        </a:p>
      </dgm:t>
    </dgm:pt>
    <dgm:pt modelId="{2245A856-6895-44D4-80D3-E7B48245B20C}" type="sibTrans" cxnId="{80AEA49A-FE5D-48E8-8F65-AE67361A6CC5}">
      <dgm:prSet/>
      <dgm:spPr/>
      <dgm:t>
        <a:bodyPr/>
        <a:lstStyle/>
        <a:p>
          <a:endParaRPr lang="en-US"/>
        </a:p>
      </dgm:t>
    </dgm:pt>
    <dgm:pt modelId="{38AB0948-E263-45CC-B860-9C9DD7AC0888}">
      <dgm:prSet/>
      <dgm:spPr/>
      <dgm:t>
        <a:bodyPr/>
        <a:lstStyle/>
        <a:p>
          <a:r>
            <a:rPr lang="en-US"/>
            <a:t>Computer AI Challenges </a:t>
          </a:r>
        </a:p>
      </dgm:t>
    </dgm:pt>
    <dgm:pt modelId="{1405D1A8-2F66-4F71-B8A9-82D437ACEE0E}" type="parTrans" cxnId="{252892BE-7A4F-48F6-B72B-BA4FFE111541}">
      <dgm:prSet/>
      <dgm:spPr/>
      <dgm:t>
        <a:bodyPr/>
        <a:lstStyle/>
        <a:p>
          <a:endParaRPr lang="en-US"/>
        </a:p>
      </dgm:t>
    </dgm:pt>
    <dgm:pt modelId="{37E355F1-94C1-4811-883F-C7615B2927E4}" type="sibTrans" cxnId="{252892BE-7A4F-48F6-B72B-BA4FFE111541}">
      <dgm:prSet/>
      <dgm:spPr/>
      <dgm:t>
        <a:bodyPr/>
        <a:lstStyle/>
        <a:p>
          <a:endParaRPr lang="en-US"/>
        </a:p>
      </dgm:t>
    </dgm:pt>
    <dgm:pt modelId="{0BCC5947-F35F-4F83-97D3-19E22E5E3AFB}">
      <dgm:prSet/>
      <dgm:spPr/>
      <dgm:t>
        <a:bodyPr/>
        <a:lstStyle/>
        <a:p>
          <a:r>
            <a:rPr lang="en-US"/>
            <a:t>Debugging</a:t>
          </a:r>
        </a:p>
      </dgm:t>
    </dgm:pt>
    <dgm:pt modelId="{2BE3083F-2469-4FA3-B8CA-F2980AE3CF3B}" type="parTrans" cxnId="{9675B57C-844D-4AD7-9162-BBF7F26A125C}">
      <dgm:prSet/>
      <dgm:spPr/>
      <dgm:t>
        <a:bodyPr/>
        <a:lstStyle/>
        <a:p>
          <a:endParaRPr lang="en-US"/>
        </a:p>
      </dgm:t>
    </dgm:pt>
    <dgm:pt modelId="{994E9F2E-79BB-41FD-A3C2-94A2AFEA098C}" type="sibTrans" cxnId="{9675B57C-844D-4AD7-9162-BBF7F26A125C}">
      <dgm:prSet/>
      <dgm:spPr/>
      <dgm:t>
        <a:bodyPr/>
        <a:lstStyle/>
        <a:p>
          <a:endParaRPr lang="en-US"/>
        </a:p>
      </dgm:t>
    </dgm:pt>
    <dgm:pt modelId="{9514C09B-4156-4D74-891F-1C7803314CB9}">
      <dgm:prSet/>
      <dgm:spPr/>
      <dgm:t>
        <a:bodyPr/>
        <a:lstStyle/>
        <a:p>
          <a:r>
            <a:rPr lang="en-US"/>
            <a:t>Importance of Collaboration </a:t>
          </a:r>
        </a:p>
      </dgm:t>
    </dgm:pt>
    <dgm:pt modelId="{818230D0-6F70-4DF7-9BC7-7A0A1B583018}" type="parTrans" cxnId="{667BA844-5E77-41D4-B819-C6D49B8C6DE4}">
      <dgm:prSet/>
      <dgm:spPr/>
      <dgm:t>
        <a:bodyPr/>
        <a:lstStyle/>
        <a:p>
          <a:endParaRPr lang="en-US"/>
        </a:p>
      </dgm:t>
    </dgm:pt>
    <dgm:pt modelId="{2FB23708-7F5C-487B-AFDC-C4731668BFEC}" type="sibTrans" cxnId="{667BA844-5E77-41D4-B819-C6D49B8C6DE4}">
      <dgm:prSet/>
      <dgm:spPr/>
      <dgm:t>
        <a:bodyPr/>
        <a:lstStyle/>
        <a:p>
          <a:endParaRPr lang="en-US"/>
        </a:p>
      </dgm:t>
    </dgm:pt>
    <dgm:pt modelId="{5BA5DF32-1BBD-4594-8D09-19C081808401}" type="pres">
      <dgm:prSet presAssocID="{8A56F730-EBD4-44EB-81E5-78639A5321FC}" presName="vert0" presStyleCnt="0">
        <dgm:presLayoutVars>
          <dgm:dir/>
          <dgm:animOne val="branch"/>
          <dgm:animLvl val="lvl"/>
        </dgm:presLayoutVars>
      </dgm:prSet>
      <dgm:spPr/>
    </dgm:pt>
    <dgm:pt modelId="{A424273B-0400-457B-AB38-A16A3AA28B65}" type="pres">
      <dgm:prSet presAssocID="{244573BB-81C4-4618-A801-5A8857740293}" presName="thickLine" presStyleLbl="alignNode1" presStyleIdx="0" presStyleCnt="7"/>
      <dgm:spPr/>
    </dgm:pt>
    <dgm:pt modelId="{652816D7-BE24-4496-B171-D497D18F0F0E}" type="pres">
      <dgm:prSet presAssocID="{244573BB-81C4-4618-A801-5A8857740293}" presName="horz1" presStyleCnt="0"/>
      <dgm:spPr/>
    </dgm:pt>
    <dgm:pt modelId="{2A27C8A6-79FA-44B7-B4B6-3577CAC783D2}" type="pres">
      <dgm:prSet presAssocID="{244573BB-81C4-4618-A801-5A8857740293}" presName="tx1" presStyleLbl="revTx" presStyleIdx="0" presStyleCnt="7"/>
      <dgm:spPr/>
    </dgm:pt>
    <dgm:pt modelId="{A5DA31BE-0E12-43D5-929D-C474F7A7A15E}" type="pres">
      <dgm:prSet presAssocID="{244573BB-81C4-4618-A801-5A8857740293}" presName="vert1" presStyleCnt="0"/>
      <dgm:spPr/>
    </dgm:pt>
    <dgm:pt modelId="{8E086070-6BB5-4C54-A36E-1C4C0FC33B5B}" type="pres">
      <dgm:prSet presAssocID="{0E94DAAF-463A-4F93-B43B-4CFAC920ADFB}" presName="thickLine" presStyleLbl="alignNode1" presStyleIdx="1" presStyleCnt="7"/>
      <dgm:spPr/>
    </dgm:pt>
    <dgm:pt modelId="{425A7220-7552-4371-8AD4-EBC9D76C1595}" type="pres">
      <dgm:prSet presAssocID="{0E94DAAF-463A-4F93-B43B-4CFAC920ADFB}" presName="horz1" presStyleCnt="0"/>
      <dgm:spPr/>
    </dgm:pt>
    <dgm:pt modelId="{B8F8C5D1-AC62-4ACE-A6C3-DB96E825D6F9}" type="pres">
      <dgm:prSet presAssocID="{0E94DAAF-463A-4F93-B43B-4CFAC920ADFB}" presName="tx1" presStyleLbl="revTx" presStyleIdx="1" presStyleCnt="7"/>
      <dgm:spPr/>
    </dgm:pt>
    <dgm:pt modelId="{31AA20F4-C148-492B-875E-98D5CB544C28}" type="pres">
      <dgm:prSet presAssocID="{0E94DAAF-463A-4F93-B43B-4CFAC920ADFB}" presName="vert1" presStyleCnt="0"/>
      <dgm:spPr/>
    </dgm:pt>
    <dgm:pt modelId="{DC5AE67F-C0C4-48C4-B44F-E7EEABDA4B17}" type="pres">
      <dgm:prSet presAssocID="{4D5FA010-1048-4337-9C8C-FC944DCFA6F8}" presName="thickLine" presStyleLbl="alignNode1" presStyleIdx="2" presStyleCnt="7"/>
      <dgm:spPr/>
    </dgm:pt>
    <dgm:pt modelId="{EBF75664-F122-4E80-9B56-5050FF711CF9}" type="pres">
      <dgm:prSet presAssocID="{4D5FA010-1048-4337-9C8C-FC944DCFA6F8}" presName="horz1" presStyleCnt="0"/>
      <dgm:spPr/>
    </dgm:pt>
    <dgm:pt modelId="{5910C5A0-5BD6-4D28-B5B5-70DE77FCD309}" type="pres">
      <dgm:prSet presAssocID="{4D5FA010-1048-4337-9C8C-FC944DCFA6F8}" presName="tx1" presStyleLbl="revTx" presStyleIdx="2" presStyleCnt="7"/>
      <dgm:spPr/>
    </dgm:pt>
    <dgm:pt modelId="{EDE263A0-59FC-4F7E-BF2F-5E2D634713CA}" type="pres">
      <dgm:prSet presAssocID="{4D5FA010-1048-4337-9C8C-FC944DCFA6F8}" presName="vert1" presStyleCnt="0"/>
      <dgm:spPr/>
    </dgm:pt>
    <dgm:pt modelId="{7585C012-D5A3-45CC-B712-99D3FA276C00}" type="pres">
      <dgm:prSet presAssocID="{88EEF2A5-D6D1-4820-87AB-BA6E3D7EF9B5}" presName="thickLine" presStyleLbl="alignNode1" presStyleIdx="3" presStyleCnt="7"/>
      <dgm:spPr/>
    </dgm:pt>
    <dgm:pt modelId="{B490D301-54F7-4468-824B-9EB8AACB1D87}" type="pres">
      <dgm:prSet presAssocID="{88EEF2A5-D6D1-4820-87AB-BA6E3D7EF9B5}" presName="horz1" presStyleCnt="0"/>
      <dgm:spPr/>
    </dgm:pt>
    <dgm:pt modelId="{3B658103-7FEE-4C40-BCAE-28864D3D415B}" type="pres">
      <dgm:prSet presAssocID="{88EEF2A5-D6D1-4820-87AB-BA6E3D7EF9B5}" presName="tx1" presStyleLbl="revTx" presStyleIdx="3" presStyleCnt="7"/>
      <dgm:spPr/>
    </dgm:pt>
    <dgm:pt modelId="{9E256F3D-C175-4019-990C-81318150CAE8}" type="pres">
      <dgm:prSet presAssocID="{88EEF2A5-D6D1-4820-87AB-BA6E3D7EF9B5}" presName="vert1" presStyleCnt="0"/>
      <dgm:spPr/>
    </dgm:pt>
    <dgm:pt modelId="{7D72934B-ABDA-4787-BFA8-8BDAD60BCD64}" type="pres">
      <dgm:prSet presAssocID="{38AB0948-E263-45CC-B860-9C9DD7AC0888}" presName="thickLine" presStyleLbl="alignNode1" presStyleIdx="4" presStyleCnt="7"/>
      <dgm:spPr/>
    </dgm:pt>
    <dgm:pt modelId="{7F82B7D1-CA48-4A4A-A9FD-6A335D783278}" type="pres">
      <dgm:prSet presAssocID="{38AB0948-E263-45CC-B860-9C9DD7AC0888}" presName="horz1" presStyleCnt="0"/>
      <dgm:spPr/>
    </dgm:pt>
    <dgm:pt modelId="{801FE32F-D5AE-44A1-91DB-5B184F91E21B}" type="pres">
      <dgm:prSet presAssocID="{38AB0948-E263-45CC-B860-9C9DD7AC0888}" presName="tx1" presStyleLbl="revTx" presStyleIdx="4" presStyleCnt="7"/>
      <dgm:spPr/>
    </dgm:pt>
    <dgm:pt modelId="{793D892E-FEBC-424D-94D7-2454A493A068}" type="pres">
      <dgm:prSet presAssocID="{38AB0948-E263-45CC-B860-9C9DD7AC0888}" presName="vert1" presStyleCnt="0"/>
      <dgm:spPr/>
    </dgm:pt>
    <dgm:pt modelId="{D7D8F8FD-A151-4231-947F-61B67D6003D4}" type="pres">
      <dgm:prSet presAssocID="{0BCC5947-F35F-4F83-97D3-19E22E5E3AFB}" presName="thickLine" presStyleLbl="alignNode1" presStyleIdx="5" presStyleCnt="7"/>
      <dgm:spPr/>
    </dgm:pt>
    <dgm:pt modelId="{118CD079-CD6A-4137-BACC-E9274DEB7B98}" type="pres">
      <dgm:prSet presAssocID="{0BCC5947-F35F-4F83-97D3-19E22E5E3AFB}" presName="horz1" presStyleCnt="0"/>
      <dgm:spPr/>
    </dgm:pt>
    <dgm:pt modelId="{E35C5C77-D349-4527-A6A6-4F4D5A1D5346}" type="pres">
      <dgm:prSet presAssocID="{0BCC5947-F35F-4F83-97D3-19E22E5E3AFB}" presName="tx1" presStyleLbl="revTx" presStyleIdx="5" presStyleCnt="7"/>
      <dgm:spPr/>
    </dgm:pt>
    <dgm:pt modelId="{0D583A52-A57D-425E-95AE-21E104674BCC}" type="pres">
      <dgm:prSet presAssocID="{0BCC5947-F35F-4F83-97D3-19E22E5E3AFB}" presName="vert1" presStyleCnt="0"/>
      <dgm:spPr/>
    </dgm:pt>
    <dgm:pt modelId="{68E15574-6E01-4C91-AD46-34293777EF2A}" type="pres">
      <dgm:prSet presAssocID="{9514C09B-4156-4D74-891F-1C7803314CB9}" presName="thickLine" presStyleLbl="alignNode1" presStyleIdx="6" presStyleCnt="7"/>
      <dgm:spPr/>
    </dgm:pt>
    <dgm:pt modelId="{89C4A31F-3F17-4463-9418-5B9952CA9668}" type="pres">
      <dgm:prSet presAssocID="{9514C09B-4156-4D74-891F-1C7803314CB9}" presName="horz1" presStyleCnt="0"/>
      <dgm:spPr/>
    </dgm:pt>
    <dgm:pt modelId="{2CFE8366-3972-4B47-AED3-D2030A17C842}" type="pres">
      <dgm:prSet presAssocID="{9514C09B-4156-4D74-891F-1C7803314CB9}" presName="tx1" presStyleLbl="revTx" presStyleIdx="6" presStyleCnt="7"/>
      <dgm:spPr/>
    </dgm:pt>
    <dgm:pt modelId="{44861191-F161-4C3E-945D-3E3A9B4868B8}" type="pres">
      <dgm:prSet presAssocID="{9514C09B-4156-4D74-891F-1C7803314CB9}" presName="vert1" presStyleCnt="0"/>
      <dgm:spPr/>
    </dgm:pt>
  </dgm:ptLst>
  <dgm:cxnLst>
    <dgm:cxn modelId="{1D32CC0D-6900-4479-9F19-2664C83E8290}" srcId="{8A56F730-EBD4-44EB-81E5-78639A5321FC}" destId="{0E94DAAF-463A-4F93-B43B-4CFAC920ADFB}" srcOrd="1" destOrd="0" parTransId="{F8A7BA0B-E0DB-4271-82CC-1B01731E7A3E}" sibTransId="{48C2203C-41EB-4AD2-9E97-7D0A12383EDC}"/>
    <dgm:cxn modelId="{FAE6EE14-EB85-42E9-839A-C0CF2036CEE1}" type="presOf" srcId="{88EEF2A5-D6D1-4820-87AB-BA6E3D7EF9B5}" destId="{3B658103-7FEE-4C40-BCAE-28864D3D415B}" srcOrd="0" destOrd="0" presId="urn:microsoft.com/office/officeart/2008/layout/LinedList"/>
    <dgm:cxn modelId="{64F08926-4998-4566-BF55-D067D546D8F3}" type="presOf" srcId="{9514C09B-4156-4D74-891F-1C7803314CB9}" destId="{2CFE8366-3972-4B47-AED3-D2030A17C842}" srcOrd="0" destOrd="0" presId="urn:microsoft.com/office/officeart/2008/layout/LinedList"/>
    <dgm:cxn modelId="{11A0C229-7684-43C7-B36E-E3775A2A0738}" type="presOf" srcId="{38AB0948-E263-45CC-B860-9C9DD7AC0888}" destId="{801FE32F-D5AE-44A1-91DB-5B184F91E21B}" srcOrd="0" destOrd="0" presId="urn:microsoft.com/office/officeart/2008/layout/LinedList"/>
    <dgm:cxn modelId="{B224A93E-8042-4416-87D4-8A085979CE94}" type="presOf" srcId="{0E94DAAF-463A-4F93-B43B-4CFAC920ADFB}" destId="{B8F8C5D1-AC62-4ACE-A6C3-DB96E825D6F9}" srcOrd="0" destOrd="0" presId="urn:microsoft.com/office/officeart/2008/layout/LinedList"/>
    <dgm:cxn modelId="{667BA844-5E77-41D4-B819-C6D49B8C6DE4}" srcId="{8A56F730-EBD4-44EB-81E5-78639A5321FC}" destId="{9514C09B-4156-4D74-891F-1C7803314CB9}" srcOrd="6" destOrd="0" parTransId="{818230D0-6F70-4DF7-9BC7-7A0A1B583018}" sibTransId="{2FB23708-7F5C-487B-AFDC-C4731668BFEC}"/>
    <dgm:cxn modelId="{A5396445-DF93-4A40-B4A1-43C211E7391F}" type="presOf" srcId="{4D5FA010-1048-4337-9C8C-FC944DCFA6F8}" destId="{5910C5A0-5BD6-4D28-B5B5-70DE77FCD309}" srcOrd="0" destOrd="0" presId="urn:microsoft.com/office/officeart/2008/layout/LinedList"/>
    <dgm:cxn modelId="{130CB370-2939-41E9-BD22-C4E9031B366D}" srcId="{8A56F730-EBD4-44EB-81E5-78639A5321FC}" destId="{4D5FA010-1048-4337-9C8C-FC944DCFA6F8}" srcOrd="2" destOrd="0" parTransId="{9937A61B-C680-4FFE-9309-CD0CDBE86991}" sibTransId="{BE8B487A-E306-44D2-947E-302499ACE25D}"/>
    <dgm:cxn modelId="{7CE9E871-F568-479A-BD7B-F016F19D3CFC}" type="presOf" srcId="{244573BB-81C4-4618-A801-5A8857740293}" destId="{2A27C8A6-79FA-44B7-B4B6-3577CAC783D2}" srcOrd="0" destOrd="0" presId="urn:microsoft.com/office/officeart/2008/layout/LinedList"/>
    <dgm:cxn modelId="{9675B57C-844D-4AD7-9162-BBF7F26A125C}" srcId="{8A56F730-EBD4-44EB-81E5-78639A5321FC}" destId="{0BCC5947-F35F-4F83-97D3-19E22E5E3AFB}" srcOrd="5" destOrd="0" parTransId="{2BE3083F-2469-4FA3-B8CA-F2980AE3CF3B}" sibTransId="{994E9F2E-79BB-41FD-A3C2-94A2AFEA098C}"/>
    <dgm:cxn modelId="{3EF70E80-B092-4145-AC7B-8BBD79A9F8DD}" type="presOf" srcId="{0BCC5947-F35F-4F83-97D3-19E22E5E3AFB}" destId="{E35C5C77-D349-4527-A6A6-4F4D5A1D5346}" srcOrd="0" destOrd="0" presId="urn:microsoft.com/office/officeart/2008/layout/LinedList"/>
    <dgm:cxn modelId="{80AEA49A-FE5D-48E8-8F65-AE67361A6CC5}" srcId="{8A56F730-EBD4-44EB-81E5-78639A5321FC}" destId="{88EEF2A5-D6D1-4820-87AB-BA6E3D7EF9B5}" srcOrd="3" destOrd="0" parTransId="{DF76B720-9FCC-411A-8640-5843B5C754F1}" sibTransId="{2245A856-6895-44D4-80D3-E7B48245B20C}"/>
    <dgm:cxn modelId="{45C42FB2-D223-4B11-90E0-A430817B4877}" srcId="{8A56F730-EBD4-44EB-81E5-78639A5321FC}" destId="{244573BB-81C4-4618-A801-5A8857740293}" srcOrd="0" destOrd="0" parTransId="{E3377078-5083-402F-9777-07822598DA7C}" sibTransId="{A3C9234E-E107-4E54-A6D8-49A8ABCCE37C}"/>
    <dgm:cxn modelId="{252892BE-7A4F-48F6-B72B-BA4FFE111541}" srcId="{8A56F730-EBD4-44EB-81E5-78639A5321FC}" destId="{38AB0948-E263-45CC-B860-9C9DD7AC0888}" srcOrd="4" destOrd="0" parTransId="{1405D1A8-2F66-4F71-B8A9-82D437ACEE0E}" sibTransId="{37E355F1-94C1-4811-883F-C7615B2927E4}"/>
    <dgm:cxn modelId="{D35C6CD9-05E4-4B9D-B70C-04FD5F9076E0}" type="presOf" srcId="{8A56F730-EBD4-44EB-81E5-78639A5321FC}" destId="{5BA5DF32-1BBD-4594-8D09-19C081808401}" srcOrd="0" destOrd="0" presId="urn:microsoft.com/office/officeart/2008/layout/LinedList"/>
    <dgm:cxn modelId="{E1AFCE92-3B0A-4672-B432-6CCCB17FDF6B}" type="presParOf" srcId="{5BA5DF32-1BBD-4594-8D09-19C081808401}" destId="{A424273B-0400-457B-AB38-A16A3AA28B65}" srcOrd="0" destOrd="0" presId="urn:microsoft.com/office/officeart/2008/layout/LinedList"/>
    <dgm:cxn modelId="{E426779F-3476-4EF4-A9AB-0447392A36B7}" type="presParOf" srcId="{5BA5DF32-1BBD-4594-8D09-19C081808401}" destId="{652816D7-BE24-4496-B171-D497D18F0F0E}" srcOrd="1" destOrd="0" presId="urn:microsoft.com/office/officeart/2008/layout/LinedList"/>
    <dgm:cxn modelId="{CB0A357B-2A16-4A3D-8E0B-41D464C4E1C4}" type="presParOf" srcId="{652816D7-BE24-4496-B171-D497D18F0F0E}" destId="{2A27C8A6-79FA-44B7-B4B6-3577CAC783D2}" srcOrd="0" destOrd="0" presId="urn:microsoft.com/office/officeart/2008/layout/LinedList"/>
    <dgm:cxn modelId="{2EEAB41E-34D4-4838-91C6-C24E041B0A60}" type="presParOf" srcId="{652816D7-BE24-4496-B171-D497D18F0F0E}" destId="{A5DA31BE-0E12-43D5-929D-C474F7A7A15E}" srcOrd="1" destOrd="0" presId="urn:microsoft.com/office/officeart/2008/layout/LinedList"/>
    <dgm:cxn modelId="{197559EA-202B-4A81-A09F-492950945608}" type="presParOf" srcId="{5BA5DF32-1BBD-4594-8D09-19C081808401}" destId="{8E086070-6BB5-4C54-A36E-1C4C0FC33B5B}" srcOrd="2" destOrd="0" presId="urn:microsoft.com/office/officeart/2008/layout/LinedList"/>
    <dgm:cxn modelId="{BD3BA963-9651-4086-9FA0-865E0C0916DD}" type="presParOf" srcId="{5BA5DF32-1BBD-4594-8D09-19C081808401}" destId="{425A7220-7552-4371-8AD4-EBC9D76C1595}" srcOrd="3" destOrd="0" presId="urn:microsoft.com/office/officeart/2008/layout/LinedList"/>
    <dgm:cxn modelId="{DA42F3D3-0B3D-4A2D-ABB5-C455A6837264}" type="presParOf" srcId="{425A7220-7552-4371-8AD4-EBC9D76C1595}" destId="{B8F8C5D1-AC62-4ACE-A6C3-DB96E825D6F9}" srcOrd="0" destOrd="0" presId="urn:microsoft.com/office/officeart/2008/layout/LinedList"/>
    <dgm:cxn modelId="{EC78E0CC-A502-4C32-B8AE-BF0306ACFE90}" type="presParOf" srcId="{425A7220-7552-4371-8AD4-EBC9D76C1595}" destId="{31AA20F4-C148-492B-875E-98D5CB544C28}" srcOrd="1" destOrd="0" presId="urn:microsoft.com/office/officeart/2008/layout/LinedList"/>
    <dgm:cxn modelId="{7B44ADB2-46FE-4207-A2A8-AE0C5CBF7287}" type="presParOf" srcId="{5BA5DF32-1BBD-4594-8D09-19C081808401}" destId="{DC5AE67F-C0C4-48C4-B44F-E7EEABDA4B17}" srcOrd="4" destOrd="0" presId="urn:microsoft.com/office/officeart/2008/layout/LinedList"/>
    <dgm:cxn modelId="{DF433AC0-B5B2-421F-BF6A-FD17FE21928F}" type="presParOf" srcId="{5BA5DF32-1BBD-4594-8D09-19C081808401}" destId="{EBF75664-F122-4E80-9B56-5050FF711CF9}" srcOrd="5" destOrd="0" presId="urn:microsoft.com/office/officeart/2008/layout/LinedList"/>
    <dgm:cxn modelId="{632EF527-1E49-48D2-9071-C27B2158312A}" type="presParOf" srcId="{EBF75664-F122-4E80-9B56-5050FF711CF9}" destId="{5910C5A0-5BD6-4D28-B5B5-70DE77FCD309}" srcOrd="0" destOrd="0" presId="urn:microsoft.com/office/officeart/2008/layout/LinedList"/>
    <dgm:cxn modelId="{3010393E-7392-4AA8-9FBC-CBD98F38D4B1}" type="presParOf" srcId="{EBF75664-F122-4E80-9B56-5050FF711CF9}" destId="{EDE263A0-59FC-4F7E-BF2F-5E2D634713CA}" srcOrd="1" destOrd="0" presId="urn:microsoft.com/office/officeart/2008/layout/LinedList"/>
    <dgm:cxn modelId="{931F848C-2CCE-4C3C-A0C9-CC1B26E2927A}" type="presParOf" srcId="{5BA5DF32-1BBD-4594-8D09-19C081808401}" destId="{7585C012-D5A3-45CC-B712-99D3FA276C00}" srcOrd="6" destOrd="0" presId="urn:microsoft.com/office/officeart/2008/layout/LinedList"/>
    <dgm:cxn modelId="{E0E1C7D3-D9E6-4636-911C-6E1566F2D5EA}" type="presParOf" srcId="{5BA5DF32-1BBD-4594-8D09-19C081808401}" destId="{B490D301-54F7-4468-824B-9EB8AACB1D87}" srcOrd="7" destOrd="0" presId="urn:microsoft.com/office/officeart/2008/layout/LinedList"/>
    <dgm:cxn modelId="{36579EA2-B85F-4409-9BEF-AC48121BA95A}" type="presParOf" srcId="{B490D301-54F7-4468-824B-9EB8AACB1D87}" destId="{3B658103-7FEE-4C40-BCAE-28864D3D415B}" srcOrd="0" destOrd="0" presId="urn:microsoft.com/office/officeart/2008/layout/LinedList"/>
    <dgm:cxn modelId="{D3C9B669-D366-4A9D-8865-4DB33D7EAE54}" type="presParOf" srcId="{B490D301-54F7-4468-824B-9EB8AACB1D87}" destId="{9E256F3D-C175-4019-990C-81318150CAE8}" srcOrd="1" destOrd="0" presId="urn:microsoft.com/office/officeart/2008/layout/LinedList"/>
    <dgm:cxn modelId="{051619E8-4B65-434A-9AC4-F83F45A2564B}" type="presParOf" srcId="{5BA5DF32-1BBD-4594-8D09-19C081808401}" destId="{7D72934B-ABDA-4787-BFA8-8BDAD60BCD64}" srcOrd="8" destOrd="0" presId="urn:microsoft.com/office/officeart/2008/layout/LinedList"/>
    <dgm:cxn modelId="{A1BF3A48-F917-45A7-B5AF-99C92DB03D0B}" type="presParOf" srcId="{5BA5DF32-1BBD-4594-8D09-19C081808401}" destId="{7F82B7D1-CA48-4A4A-A9FD-6A335D783278}" srcOrd="9" destOrd="0" presId="urn:microsoft.com/office/officeart/2008/layout/LinedList"/>
    <dgm:cxn modelId="{CA185831-8667-4FEA-9660-948A1AE02AB0}" type="presParOf" srcId="{7F82B7D1-CA48-4A4A-A9FD-6A335D783278}" destId="{801FE32F-D5AE-44A1-91DB-5B184F91E21B}" srcOrd="0" destOrd="0" presId="urn:microsoft.com/office/officeart/2008/layout/LinedList"/>
    <dgm:cxn modelId="{6CC6F8F2-9F16-4E01-B588-7EF0C1D2C4F6}" type="presParOf" srcId="{7F82B7D1-CA48-4A4A-A9FD-6A335D783278}" destId="{793D892E-FEBC-424D-94D7-2454A493A068}" srcOrd="1" destOrd="0" presId="urn:microsoft.com/office/officeart/2008/layout/LinedList"/>
    <dgm:cxn modelId="{3B931607-79BE-4FEF-AD9C-07C8E08057BF}" type="presParOf" srcId="{5BA5DF32-1BBD-4594-8D09-19C081808401}" destId="{D7D8F8FD-A151-4231-947F-61B67D6003D4}" srcOrd="10" destOrd="0" presId="urn:microsoft.com/office/officeart/2008/layout/LinedList"/>
    <dgm:cxn modelId="{8EFB3159-4909-4147-908C-A7729ED1251B}" type="presParOf" srcId="{5BA5DF32-1BBD-4594-8D09-19C081808401}" destId="{118CD079-CD6A-4137-BACC-E9274DEB7B98}" srcOrd="11" destOrd="0" presId="urn:microsoft.com/office/officeart/2008/layout/LinedList"/>
    <dgm:cxn modelId="{7D53551B-30A9-466B-AFD9-02D288100428}" type="presParOf" srcId="{118CD079-CD6A-4137-BACC-E9274DEB7B98}" destId="{E35C5C77-D349-4527-A6A6-4F4D5A1D5346}" srcOrd="0" destOrd="0" presId="urn:microsoft.com/office/officeart/2008/layout/LinedList"/>
    <dgm:cxn modelId="{24A96C15-0F7B-4E45-90EB-C0772AC435C2}" type="presParOf" srcId="{118CD079-CD6A-4137-BACC-E9274DEB7B98}" destId="{0D583A52-A57D-425E-95AE-21E104674BCC}" srcOrd="1" destOrd="0" presId="urn:microsoft.com/office/officeart/2008/layout/LinedList"/>
    <dgm:cxn modelId="{B7E2FB3C-CB92-4A20-BD4A-A97D23331DC8}" type="presParOf" srcId="{5BA5DF32-1BBD-4594-8D09-19C081808401}" destId="{68E15574-6E01-4C91-AD46-34293777EF2A}" srcOrd="12" destOrd="0" presId="urn:microsoft.com/office/officeart/2008/layout/LinedList"/>
    <dgm:cxn modelId="{C5C9F819-1C1E-4813-87C4-1BA3E7D671A2}" type="presParOf" srcId="{5BA5DF32-1BBD-4594-8D09-19C081808401}" destId="{89C4A31F-3F17-4463-9418-5B9952CA9668}" srcOrd="13" destOrd="0" presId="urn:microsoft.com/office/officeart/2008/layout/LinedList"/>
    <dgm:cxn modelId="{85A4BAD8-8D46-462F-95FB-1DDCDC227136}" type="presParOf" srcId="{89C4A31F-3F17-4463-9418-5B9952CA9668}" destId="{2CFE8366-3972-4B47-AED3-D2030A17C842}" srcOrd="0" destOrd="0" presId="urn:microsoft.com/office/officeart/2008/layout/LinedList"/>
    <dgm:cxn modelId="{E28A3B42-276C-4E70-9841-EDD5DB24DD49}" type="presParOf" srcId="{89C4A31F-3F17-4463-9418-5B9952CA9668}" destId="{44861191-F161-4C3E-945D-3E3A9B4868B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8A421EE-FB6E-4C8D-9071-DA2410616F3E}"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9CCB531D-7628-4BB1-9FC7-8F646AC3E934}">
      <dgm:prSet/>
      <dgm:spPr/>
      <dgm:t>
        <a:bodyPr/>
        <a:lstStyle/>
        <a:p>
          <a:r>
            <a:rPr lang="en-US"/>
            <a:t>Fully functional Rummy game</a:t>
          </a:r>
        </a:p>
      </dgm:t>
    </dgm:pt>
    <dgm:pt modelId="{F18B0DCD-BE4F-45F6-98F0-0A335F322ABA}" type="parTrans" cxnId="{1B952867-FF8D-4693-8FAA-64D4C5CB6C9C}">
      <dgm:prSet/>
      <dgm:spPr/>
      <dgm:t>
        <a:bodyPr/>
        <a:lstStyle/>
        <a:p>
          <a:endParaRPr lang="en-US"/>
        </a:p>
      </dgm:t>
    </dgm:pt>
    <dgm:pt modelId="{9D49B714-3EBB-4246-80A6-2965E62B4FD3}" type="sibTrans" cxnId="{1B952867-FF8D-4693-8FAA-64D4C5CB6C9C}">
      <dgm:prSet/>
      <dgm:spPr/>
      <dgm:t>
        <a:bodyPr/>
        <a:lstStyle/>
        <a:p>
          <a:endParaRPr lang="en-US"/>
        </a:p>
      </dgm:t>
    </dgm:pt>
    <dgm:pt modelId="{A170E2DF-2838-4CCC-8D42-4FC38FECAD0A}">
      <dgm:prSet/>
      <dgm:spPr/>
      <dgm:t>
        <a:bodyPr/>
        <a:lstStyle/>
        <a:p>
          <a:r>
            <a:rPr lang="en-US"/>
            <a:t>Player vs. computer gameplay</a:t>
          </a:r>
        </a:p>
      </dgm:t>
    </dgm:pt>
    <dgm:pt modelId="{38522FAB-2D57-422A-A579-04E87667C231}" type="parTrans" cxnId="{7B8E0EEA-4F9A-4C86-B667-A1F81D8A18E4}">
      <dgm:prSet/>
      <dgm:spPr/>
      <dgm:t>
        <a:bodyPr/>
        <a:lstStyle/>
        <a:p>
          <a:endParaRPr lang="en-US"/>
        </a:p>
      </dgm:t>
    </dgm:pt>
    <dgm:pt modelId="{B8CB3D10-753B-47F2-BCF8-C8A0F72ADD29}" type="sibTrans" cxnId="{7B8E0EEA-4F9A-4C86-B667-A1F81D8A18E4}">
      <dgm:prSet/>
      <dgm:spPr/>
      <dgm:t>
        <a:bodyPr/>
        <a:lstStyle/>
        <a:p>
          <a:endParaRPr lang="en-US"/>
        </a:p>
      </dgm:t>
    </dgm:pt>
    <dgm:pt modelId="{B92B3236-9575-4785-B2A9-D9A7851C20F3}">
      <dgm:prSet/>
      <dgm:spPr/>
      <dgm:t>
        <a:bodyPr/>
        <a:lstStyle/>
        <a:p>
          <a:r>
            <a:rPr lang="en-US"/>
            <a:t>Logical computer AI moves</a:t>
          </a:r>
        </a:p>
      </dgm:t>
    </dgm:pt>
    <dgm:pt modelId="{0377FFE4-4969-4807-B907-926490C5A7FB}" type="parTrans" cxnId="{31064DAF-765C-4A6C-A49E-7116991498EC}">
      <dgm:prSet/>
      <dgm:spPr/>
      <dgm:t>
        <a:bodyPr/>
        <a:lstStyle/>
        <a:p>
          <a:endParaRPr lang="en-US"/>
        </a:p>
      </dgm:t>
    </dgm:pt>
    <dgm:pt modelId="{DD064D40-CC06-4130-8B8A-AA6ABF49FB8E}" type="sibTrans" cxnId="{31064DAF-765C-4A6C-A49E-7116991498EC}">
      <dgm:prSet/>
      <dgm:spPr/>
      <dgm:t>
        <a:bodyPr/>
        <a:lstStyle/>
        <a:p>
          <a:endParaRPr lang="en-US"/>
        </a:p>
      </dgm:t>
    </dgm:pt>
    <dgm:pt modelId="{69F6A6FF-9D81-4EDA-B55D-9BF35A26D5D1}">
      <dgm:prSet/>
      <dgm:spPr/>
      <dgm:t>
        <a:bodyPr/>
        <a:lstStyle/>
        <a:p>
          <a:r>
            <a:rPr lang="en-US"/>
            <a:t>Valid gameplay and win conditions</a:t>
          </a:r>
        </a:p>
      </dgm:t>
    </dgm:pt>
    <dgm:pt modelId="{33B69A3C-A988-4CC2-B2AC-DD9B2D7D74B6}" type="parTrans" cxnId="{33886B49-DF81-4CA8-A436-35818948E29E}">
      <dgm:prSet/>
      <dgm:spPr/>
      <dgm:t>
        <a:bodyPr/>
        <a:lstStyle/>
        <a:p>
          <a:endParaRPr lang="en-US"/>
        </a:p>
      </dgm:t>
    </dgm:pt>
    <dgm:pt modelId="{D68055C3-58EE-447C-9FA6-A85810A4091A}" type="sibTrans" cxnId="{33886B49-DF81-4CA8-A436-35818948E29E}">
      <dgm:prSet/>
      <dgm:spPr/>
      <dgm:t>
        <a:bodyPr/>
        <a:lstStyle/>
        <a:p>
          <a:endParaRPr lang="en-US"/>
        </a:p>
      </dgm:t>
    </dgm:pt>
    <dgm:pt modelId="{89034188-1E05-438C-AD4C-046299804670}">
      <dgm:prSet/>
      <dgm:spPr/>
      <dgm:t>
        <a:bodyPr/>
        <a:lstStyle/>
        <a:p>
          <a:r>
            <a:rPr lang="en-US"/>
            <a:t>Simple, intuitive CLI</a:t>
          </a:r>
        </a:p>
      </dgm:t>
    </dgm:pt>
    <dgm:pt modelId="{B97701E4-32E2-434C-BF98-0B25664D1355}" type="parTrans" cxnId="{E2B17499-C490-47D3-9B8C-71CC8CB1D6F5}">
      <dgm:prSet/>
      <dgm:spPr/>
      <dgm:t>
        <a:bodyPr/>
        <a:lstStyle/>
        <a:p>
          <a:endParaRPr lang="en-US"/>
        </a:p>
      </dgm:t>
    </dgm:pt>
    <dgm:pt modelId="{1E05F1C2-9EE6-4E94-8C85-30567EFAA1A4}" type="sibTrans" cxnId="{E2B17499-C490-47D3-9B8C-71CC8CB1D6F5}">
      <dgm:prSet/>
      <dgm:spPr/>
      <dgm:t>
        <a:bodyPr/>
        <a:lstStyle/>
        <a:p>
          <a:endParaRPr lang="en-US"/>
        </a:p>
      </dgm:t>
    </dgm:pt>
    <dgm:pt modelId="{BF965D93-958D-4020-A9E0-C71E20BE5CF8}" type="pres">
      <dgm:prSet presAssocID="{D8A421EE-FB6E-4C8D-9071-DA2410616F3E}" presName="vert0" presStyleCnt="0">
        <dgm:presLayoutVars>
          <dgm:dir/>
          <dgm:animOne val="branch"/>
          <dgm:animLvl val="lvl"/>
        </dgm:presLayoutVars>
      </dgm:prSet>
      <dgm:spPr/>
    </dgm:pt>
    <dgm:pt modelId="{AEBD2EA3-B5BB-4D43-B184-F6A50C726C30}" type="pres">
      <dgm:prSet presAssocID="{9CCB531D-7628-4BB1-9FC7-8F646AC3E934}" presName="thickLine" presStyleLbl="alignNode1" presStyleIdx="0" presStyleCnt="5"/>
      <dgm:spPr/>
    </dgm:pt>
    <dgm:pt modelId="{9C90A398-C002-4F24-87C1-71679E5229A1}" type="pres">
      <dgm:prSet presAssocID="{9CCB531D-7628-4BB1-9FC7-8F646AC3E934}" presName="horz1" presStyleCnt="0"/>
      <dgm:spPr/>
    </dgm:pt>
    <dgm:pt modelId="{6125EC95-8B81-4FD2-9680-D1C8B674C205}" type="pres">
      <dgm:prSet presAssocID="{9CCB531D-7628-4BB1-9FC7-8F646AC3E934}" presName="tx1" presStyleLbl="revTx" presStyleIdx="0" presStyleCnt="5"/>
      <dgm:spPr/>
    </dgm:pt>
    <dgm:pt modelId="{C18F9E1C-D7D1-43E2-A14A-862B63112D9E}" type="pres">
      <dgm:prSet presAssocID="{9CCB531D-7628-4BB1-9FC7-8F646AC3E934}" presName="vert1" presStyleCnt="0"/>
      <dgm:spPr/>
    </dgm:pt>
    <dgm:pt modelId="{51A94AD0-3518-47D9-A9C1-FA6F00C21FCC}" type="pres">
      <dgm:prSet presAssocID="{A170E2DF-2838-4CCC-8D42-4FC38FECAD0A}" presName="thickLine" presStyleLbl="alignNode1" presStyleIdx="1" presStyleCnt="5"/>
      <dgm:spPr/>
    </dgm:pt>
    <dgm:pt modelId="{1839AB27-CADB-4D73-8A2C-52100CE0E038}" type="pres">
      <dgm:prSet presAssocID="{A170E2DF-2838-4CCC-8D42-4FC38FECAD0A}" presName="horz1" presStyleCnt="0"/>
      <dgm:spPr/>
    </dgm:pt>
    <dgm:pt modelId="{B4561E3D-65F0-4466-B961-C8AD3E68FC8A}" type="pres">
      <dgm:prSet presAssocID="{A170E2DF-2838-4CCC-8D42-4FC38FECAD0A}" presName="tx1" presStyleLbl="revTx" presStyleIdx="1" presStyleCnt="5"/>
      <dgm:spPr/>
    </dgm:pt>
    <dgm:pt modelId="{7334C91B-12EE-4167-8F1F-CF89CC2E6747}" type="pres">
      <dgm:prSet presAssocID="{A170E2DF-2838-4CCC-8D42-4FC38FECAD0A}" presName="vert1" presStyleCnt="0"/>
      <dgm:spPr/>
    </dgm:pt>
    <dgm:pt modelId="{34E7AB3B-BDBE-4630-80C6-236339D4CE1D}" type="pres">
      <dgm:prSet presAssocID="{B92B3236-9575-4785-B2A9-D9A7851C20F3}" presName="thickLine" presStyleLbl="alignNode1" presStyleIdx="2" presStyleCnt="5"/>
      <dgm:spPr/>
    </dgm:pt>
    <dgm:pt modelId="{3AC9BB3E-860A-4B22-9EEA-36BCB9888F91}" type="pres">
      <dgm:prSet presAssocID="{B92B3236-9575-4785-B2A9-D9A7851C20F3}" presName="horz1" presStyleCnt="0"/>
      <dgm:spPr/>
    </dgm:pt>
    <dgm:pt modelId="{42E7901B-AD06-4D28-A468-D1A653040819}" type="pres">
      <dgm:prSet presAssocID="{B92B3236-9575-4785-B2A9-D9A7851C20F3}" presName="tx1" presStyleLbl="revTx" presStyleIdx="2" presStyleCnt="5"/>
      <dgm:spPr/>
    </dgm:pt>
    <dgm:pt modelId="{FC0DF56E-8184-48E6-90C1-2A8A3138B05E}" type="pres">
      <dgm:prSet presAssocID="{B92B3236-9575-4785-B2A9-D9A7851C20F3}" presName="vert1" presStyleCnt="0"/>
      <dgm:spPr/>
    </dgm:pt>
    <dgm:pt modelId="{99A23595-CAAC-4B61-B2DA-F944BF8F3E67}" type="pres">
      <dgm:prSet presAssocID="{69F6A6FF-9D81-4EDA-B55D-9BF35A26D5D1}" presName="thickLine" presStyleLbl="alignNode1" presStyleIdx="3" presStyleCnt="5"/>
      <dgm:spPr/>
    </dgm:pt>
    <dgm:pt modelId="{1269E95B-F9A7-4C9F-B957-8EE6DDE78CF5}" type="pres">
      <dgm:prSet presAssocID="{69F6A6FF-9D81-4EDA-B55D-9BF35A26D5D1}" presName="horz1" presStyleCnt="0"/>
      <dgm:spPr/>
    </dgm:pt>
    <dgm:pt modelId="{2ADE975F-6764-4ABA-87A4-38C6C72F8866}" type="pres">
      <dgm:prSet presAssocID="{69F6A6FF-9D81-4EDA-B55D-9BF35A26D5D1}" presName="tx1" presStyleLbl="revTx" presStyleIdx="3" presStyleCnt="5"/>
      <dgm:spPr/>
    </dgm:pt>
    <dgm:pt modelId="{1FC818F8-82FF-4BC8-BDBE-2FCA73A1257A}" type="pres">
      <dgm:prSet presAssocID="{69F6A6FF-9D81-4EDA-B55D-9BF35A26D5D1}" presName="vert1" presStyleCnt="0"/>
      <dgm:spPr/>
    </dgm:pt>
    <dgm:pt modelId="{4A97DDBE-487A-4FBA-BD68-C518B6787431}" type="pres">
      <dgm:prSet presAssocID="{89034188-1E05-438C-AD4C-046299804670}" presName="thickLine" presStyleLbl="alignNode1" presStyleIdx="4" presStyleCnt="5"/>
      <dgm:spPr/>
    </dgm:pt>
    <dgm:pt modelId="{F2B1AE91-D446-4181-8EFB-56ECE0B48A32}" type="pres">
      <dgm:prSet presAssocID="{89034188-1E05-438C-AD4C-046299804670}" presName="horz1" presStyleCnt="0"/>
      <dgm:spPr/>
    </dgm:pt>
    <dgm:pt modelId="{91A1A2A1-6168-46C9-940D-8FC7090B54DB}" type="pres">
      <dgm:prSet presAssocID="{89034188-1E05-438C-AD4C-046299804670}" presName="tx1" presStyleLbl="revTx" presStyleIdx="4" presStyleCnt="5"/>
      <dgm:spPr/>
    </dgm:pt>
    <dgm:pt modelId="{AE7F53EC-0A09-457B-B0DA-7522F30D2D86}" type="pres">
      <dgm:prSet presAssocID="{89034188-1E05-438C-AD4C-046299804670}" presName="vert1" presStyleCnt="0"/>
      <dgm:spPr/>
    </dgm:pt>
  </dgm:ptLst>
  <dgm:cxnLst>
    <dgm:cxn modelId="{2A95AC3C-2E8C-4807-B717-B7A40D91D71A}" type="presOf" srcId="{B92B3236-9575-4785-B2A9-D9A7851C20F3}" destId="{42E7901B-AD06-4D28-A468-D1A653040819}" srcOrd="0" destOrd="0" presId="urn:microsoft.com/office/officeart/2008/layout/LinedList"/>
    <dgm:cxn modelId="{EB4D4D5B-8D11-40B7-8B22-9967B3F01F24}" type="presOf" srcId="{D8A421EE-FB6E-4C8D-9071-DA2410616F3E}" destId="{BF965D93-958D-4020-A9E0-C71E20BE5CF8}" srcOrd="0" destOrd="0" presId="urn:microsoft.com/office/officeart/2008/layout/LinedList"/>
    <dgm:cxn modelId="{990E0A5E-A43B-465D-97EA-878973D70E81}" type="presOf" srcId="{9CCB531D-7628-4BB1-9FC7-8F646AC3E934}" destId="{6125EC95-8B81-4FD2-9680-D1C8B674C205}" srcOrd="0" destOrd="0" presId="urn:microsoft.com/office/officeart/2008/layout/LinedList"/>
    <dgm:cxn modelId="{640E9E42-570E-4840-ADCA-4238ED59E211}" type="presOf" srcId="{89034188-1E05-438C-AD4C-046299804670}" destId="{91A1A2A1-6168-46C9-940D-8FC7090B54DB}" srcOrd="0" destOrd="0" presId="urn:microsoft.com/office/officeart/2008/layout/LinedList"/>
    <dgm:cxn modelId="{1B952867-FF8D-4693-8FAA-64D4C5CB6C9C}" srcId="{D8A421EE-FB6E-4C8D-9071-DA2410616F3E}" destId="{9CCB531D-7628-4BB1-9FC7-8F646AC3E934}" srcOrd="0" destOrd="0" parTransId="{F18B0DCD-BE4F-45F6-98F0-0A335F322ABA}" sibTransId="{9D49B714-3EBB-4246-80A6-2965E62B4FD3}"/>
    <dgm:cxn modelId="{DD48E247-1392-4047-BD21-0F49F351A877}" type="presOf" srcId="{69F6A6FF-9D81-4EDA-B55D-9BF35A26D5D1}" destId="{2ADE975F-6764-4ABA-87A4-38C6C72F8866}" srcOrd="0" destOrd="0" presId="urn:microsoft.com/office/officeart/2008/layout/LinedList"/>
    <dgm:cxn modelId="{33886B49-DF81-4CA8-A436-35818948E29E}" srcId="{D8A421EE-FB6E-4C8D-9071-DA2410616F3E}" destId="{69F6A6FF-9D81-4EDA-B55D-9BF35A26D5D1}" srcOrd="3" destOrd="0" parTransId="{33B69A3C-A988-4CC2-B2AC-DD9B2D7D74B6}" sibTransId="{D68055C3-58EE-447C-9FA6-A85810A4091A}"/>
    <dgm:cxn modelId="{1F048885-492C-4FF5-8DB8-A8C1CD7EA645}" type="presOf" srcId="{A170E2DF-2838-4CCC-8D42-4FC38FECAD0A}" destId="{B4561E3D-65F0-4466-B961-C8AD3E68FC8A}" srcOrd="0" destOrd="0" presId="urn:microsoft.com/office/officeart/2008/layout/LinedList"/>
    <dgm:cxn modelId="{E2B17499-C490-47D3-9B8C-71CC8CB1D6F5}" srcId="{D8A421EE-FB6E-4C8D-9071-DA2410616F3E}" destId="{89034188-1E05-438C-AD4C-046299804670}" srcOrd="4" destOrd="0" parTransId="{B97701E4-32E2-434C-BF98-0B25664D1355}" sibTransId="{1E05F1C2-9EE6-4E94-8C85-30567EFAA1A4}"/>
    <dgm:cxn modelId="{31064DAF-765C-4A6C-A49E-7116991498EC}" srcId="{D8A421EE-FB6E-4C8D-9071-DA2410616F3E}" destId="{B92B3236-9575-4785-B2A9-D9A7851C20F3}" srcOrd="2" destOrd="0" parTransId="{0377FFE4-4969-4807-B907-926490C5A7FB}" sibTransId="{DD064D40-CC06-4130-8B8A-AA6ABF49FB8E}"/>
    <dgm:cxn modelId="{7B8E0EEA-4F9A-4C86-B667-A1F81D8A18E4}" srcId="{D8A421EE-FB6E-4C8D-9071-DA2410616F3E}" destId="{A170E2DF-2838-4CCC-8D42-4FC38FECAD0A}" srcOrd="1" destOrd="0" parTransId="{38522FAB-2D57-422A-A579-04E87667C231}" sibTransId="{B8CB3D10-753B-47F2-BCF8-C8A0F72ADD29}"/>
    <dgm:cxn modelId="{987D08B2-D6BF-4264-89E9-42971A352DE1}" type="presParOf" srcId="{BF965D93-958D-4020-A9E0-C71E20BE5CF8}" destId="{AEBD2EA3-B5BB-4D43-B184-F6A50C726C30}" srcOrd="0" destOrd="0" presId="urn:microsoft.com/office/officeart/2008/layout/LinedList"/>
    <dgm:cxn modelId="{1EE4B899-BD27-4760-9836-0F5E43510FC4}" type="presParOf" srcId="{BF965D93-958D-4020-A9E0-C71E20BE5CF8}" destId="{9C90A398-C002-4F24-87C1-71679E5229A1}" srcOrd="1" destOrd="0" presId="urn:microsoft.com/office/officeart/2008/layout/LinedList"/>
    <dgm:cxn modelId="{1E8C8BEE-1EBE-4EB8-A355-3B626A3CE012}" type="presParOf" srcId="{9C90A398-C002-4F24-87C1-71679E5229A1}" destId="{6125EC95-8B81-4FD2-9680-D1C8B674C205}" srcOrd="0" destOrd="0" presId="urn:microsoft.com/office/officeart/2008/layout/LinedList"/>
    <dgm:cxn modelId="{5D4CA4DC-EC65-41F5-9C86-8609E345DF52}" type="presParOf" srcId="{9C90A398-C002-4F24-87C1-71679E5229A1}" destId="{C18F9E1C-D7D1-43E2-A14A-862B63112D9E}" srcOrd="1" destOrd="0" presId="urn:microsoft.com/office/officeart/2008/layout/LinedList"/>
    <dgm:cxn modelId="{C5F11391-56EF-4262-A092-46B89CF0A2A9}" type="presParOf" srcId="{BF965D93-958D-4020-A9E0-C71E20BE5CF8}" destId="{51A94AD0-3518-47D9-A9C1-FA6F00C21FCC}" srcOrd="2" destOrd="0" presId="urn:microsoft.com/office/officeart/2008/layout/LinedList"/>
    <dgm:cxn modelId="{2A3CAC4B-947C-4DE5-903E-A4212BBC190C}" type="presParOf" srcId="{BF965D93-958D-4020-A9E0-C71E20BE5CF8}" destId="{1839AB27-CADB-4D73-8A2C-52100CE0E038}" srcOrd="3" destOrd="0" presId="urn:microsoft.com/office/officeart/2008/layout/LinedList"/>
    <dgm:cxn modelId="{5BC48A72-E2F6-462D-9EAE-5E8F5242A973}" type="presParOf" srcId="{1839AB27-CADB-4D73-8A2C-52100CE0E038}" destId="{B4561E3D-65F0-4466-B961-C8AD3E68FC8A}" srcOrd="0" destOrd="0" presId="urn:microsoft.com/office/officeart/2008/layout/LinedList"/>
    <dgm:cxn modelId="{5778DD75-0073-468F-8A2F-B8EBEBA10D1F}" type="presParOf" srcId="{1839AB27-CADB-4D73-8A2C-52100CE0E038}" destId="{7334C91B-12EE-4167-8F1F-CF89CC2E6747}" srcOrd="1" destOrd="0" presId="urn:microsoft.com/office/officeart/2008/layout/LinedList"/>
    <dgm:cxn modelId="{2BE877AD-4C05-48F5-A60C-8074DAC564FD}" type="presParOf" srcId="{BF965D93-958D-4020-A9E0-C71E20BE5CF8}" destId="{34E7AB3B-BDBE-4630-80C6-236339D4CE1D}" srcOrd="4" destOrd="0" presId="urn:microsoft.com/office/officeart/2008/layout/LinedList"/>
    <dgm:cxn modelId="{A5A8CF2E-0843-4FCC-AB54-3EA105A19798}" type="presParOf" srcId="{BF965D93-958D-4020-A9E0-C71E20BE5CF8}" destId="{3AC9BB3E-860A-4B22-9EEA-36BCB9888F91}" srcOrd="5" destOrd="0" presId="urn:microsoft.com/office/officeart/2008/layout/LinedList"/>
    <dgm:cxn modelId="{2C686576-0888-4375-BE83-C1367F942803}" type="presParOf" srcId="{3AC9BB3E-860A-4B22-9EEA-36BCB9888F91}" destId="{42E7901B-AD06-4D28-A468-D1A653040819}" srcOrd="0" destOrd="0" presId="urn:microsoft.com/office/officeart/2008/layout/LinedList"/>
    <dgm:cxn modelId="{6F35E92E-E7AB-4FF4-A136-3666BF9892B2}" type="presParOf" srcId="{3AC9BB3E-860A-4B22-9EEA-36BCB9888F91}" destId="{FC0DF56E-8184-48E6-90C1-2A8A3138B05E}" srcOrd="1" destOrd="0" presId="urn:microsoft.com/office/officeart/2008/layout/LinedList"/>
    <dgm:cxn modelId="{16D711F4-9865-4797-AF96-8308B358E8BB}" type="presParOf" srcId="{BF965D93-958D-4020-A9E0-C71E20BE5CF8}" destId="{99A23595-CAAC-4B61-B2DA-F944BF8F3E67}" srcOrd="6" destOrd="0" presId="urn:microsoft.com/office/officeart/2008/layout/LinedList"/>
    <dgm:cxn modelId="{63D1682D-A62D-4946-BE94-950E6744D7AB}" type="presParOf" srcId="{BF965D93-958D-4020-A9E0-C71E20BE5CF8}" destId="{1269E95B-F9A7-4C9F-B957-8EE6DDE78CF5}" srcOrd="7" destOrd="0" presId="urn:microsoft.com/office/officeart/2008/layout/LinedList"/>
    <dgm:cxn modelId="{A50A3B5F-B157-4F1D-99FE-402AEA48A31B}" type="presParOf" srcId="{1269E95B-F9A7-4C9F-B957-8EE6DDE78CF5}" destId="{2ADE975F-6764-4ABA-87A4-38C6C72F8866}" srcOrd="0" destOrd="0" presId="urn:microsoft.com/office/officeart/2008/layout/LinedList"/>
    <dgm:cxn modelId="{19C81854-67F3-4967-8BC3-AAC7F2170AFF}" type="presParOf" srcId="{1269E95B-F9A7-4C9F-B957-8EE6DDE78CF5}" destId="{1FC818F8-82FF-4BC8-BDBE-2FCA73A1257A}" srcOrd="1" destOrd="0" presId="urn:microsoft.com/office/officeart/2008/layout/LinedList"/>
    <dgm:cxn modelId="{AB740D56-AE84-403E-A9C6-9CA9CF1EA6CD}" type="presParOf" srcId="{BF965D93-958D-4020-A9E0-C71E20BE5CF8}" destId="{4A97DDBE-487A-4FBA-BD68-C518B6787431}" srcOrd="8" destOrd="0" presId="urn:microsoft.com/office/officeart/2008/layout/LinedList"/>
    <dgm:cxn modelId="{38D923A2-B514-49A6-8A03-011E47F4CCC6}" type="presParOf" srcId="{BF965D93-958D-4020-A9E0-C71E20BE5CF8}" destId="{F2B1AE91-D446-4181-8EFB-56ECE0B48A32}" srcOrd="9" destOrd="0" presId="urn:microsoft.com/office/officeart/2008/layout/LinedList"/>
    <dgm:cxn modelId="{75ED52A3-7208-40EA-A376-8DE65480FADD}" type="presParOf" srcId="{F2B1AE91-D446-4181-8EFB-56ECE0B48A32}" destId="{91A1A2A1-6168-46C9-940D-8FC7090B54DB}" srcOrd="0" destOrd="0" presId="urn:microsoft.com/office/officeart/2008/layout/LinedList"/>
    <dgm:cxn modelId="{7CB672D5-2FAB-48C9-896E-5AA9E408F27A}" type="presParOf" srcId="{F2B1AE91-D446-4181-8EFB-56ECE0B48A32}" destId="{AE7F53EC-0A09-457B-B0DA-7522F30D2D8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C0C21AC-108D-4A60-A0A8-0BFFF0E93BA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6D9F933-58F8-466C-AF11-A0303772FE6F}">
      <dgm:prSet/>
      <dgm:spPr/>
      <dgm:t>
        <a:bodyPr/>
        <a:lstStyle/>
        <a:p>
          <a:pPr>
            <a:lnSpc>
              <a:spcPct val="100000"/>
            </a:lnSpc>
          </a:pPr>
          <a:r>
            <a:rPr lang="en-US" b="0" i="0" baseline="0"/>
            <a:t>Achieved key goals: Gameplay, AI, valid rules, and UI</a:t>
          </a:r>
          <a:endParaRPr lang="en-US"/>
        </a:p>
      </dgm:t>
    </dgm:pt>
    <dgm:pt modelId="{4EFEC46B-D34A-4342-9D1C-5716A86ABD15}" type="parTrans" cxnId="{6CC8BEDD-27CF-44B3-A540-86124A0E6297}">
      <dgm:prSet/>
      <dgm:spPr/>
      <dgm:t>
        <a:bodyPr/>
        <a:lstStyle/>
        <a:p>
          <a:endParaRPr lang="en-US"/>
        </a:p>
      </dgm:t>
    </dgm:pt>
    <dgm:pt modelId="{820CFF1C-A047-440C-8F96-4132F7D6AF68}" type="sibTrans" cxnId="{6CC8BEDD-27CF-44B3-A540-86124A0E6297}">
      <dgm:prSet/>
      <dgm:spPr/>
      <dgm:t>
        <a:bodyPr/>
        <a:lstStyle/>
        <a:p>
          <a:endParaRPr lang="en-US"/>
        </a:p>
      </dgm:t>
    </dgm:pt>
    <dgm:pt modelId="{03A35172-DA09-4BFB-86F4-ABEDA131D281}">
      <dgm:prSet/>
      <dgm:spPr/>
      <dgm:t>
        <a:bodyPr/>
        <a:lstStyle/>
        <a:p>
          <a:pPr>
            <a:lnSpc>
              <a:spcPct val="100000"/>
            </a:lnSpc>
          </a:pPr>
          <a:r>
            <a:rPr lang="en-US" b="0" i="0" baseline="0"/>
            <a:t>Great learning experience in Python and game logic</a:t>
          </a:r>
          <a:endParaRPr lang="en-US"/>
        </a:p>
      </dgm:t>
    </dgm:pt>
    <dgm:pt modelId="{E54FD2F7-D694-4EA6-8626-644478703F6A}" type="parTrans" cxnId="{6DEE84CA-DCFB-40A4-A829-20C87FBA1315}">
      <dgm:prSet/>
      <dgm:spPr/>
      <dgm:t>
        <a:bodyPr/>
        <a:lstStyle/>
        <a:p>
          <a:endParaRPr lang="en-US"/>
        </a:p>
      </dgm:t>
    </dgm:pt>
    <dgm:pt modelId="{12B8F94A-7DFE-4888-9FA8-B5C266138D10}" type="sibTrans" cxnId="{6DEE84CA-DCFB-40A4-A829-20C87FBA1315}">
      <dgm:prSet/>
      <dgm:spPr/>
      <dgm:t>
        <a:bodyPr/>
        <a:lstStyle/>
        <a:p>
          <a:endParaRPr lang="en-US"/>
        </a:p>
      </dgm:t>
    </dgm:pt>
    <dgm:pt modelId="{4776CFFA-9C7C-4CB7-80BC-D2BD53E844BC}">
      <dgm:prSet/>
      <dgm:spPr/>
      <dgm:t>
        <a:bodyPr/>
        <a:lstStyle/>
        <a:p>
          <a:pPr>
            <a:lnSpc>
              <a:spcPct val="100000"/>
            </a:lnSpc>
          </a:pPr>
          <a:r>
            <a:rPr lang="en-US" b="1" i="0" baseline="0"/>
            <a:t>Future Enhancements:</a:t>
          </a:r>
          <a:endParaRPr lang="en-US"/>
        </a:p>
      </dgm:t>
    </dgm:pt>
    <dgm:pt modelId="{498B0135-5C44-4BB1-8694-883D4C1C43F2}" type="parTrans" cxnId="{43161B9A-8B69-4938-9326-E006DA6FC363}">
      <dgm:prSet/>
      <dgm:spPr/>
      <dgm:t>
        <a:bodyPr/>
        <a:lstStyle/>
        <a:p>
          <a:endParaRPr lang="en-US"/>
        </a:p>
      </dgm:t>
    </dgm:pt>
    <dgm:pt modelId="{3F86F97C-D14F-4A5E-8C54-79B5F5D4875A}" type="sibTrans" cxnId="{43161B9A-8B69-4938-9326-E006DA6FC363}">
      <dgm:prSet/>
      <dgm:spPr/>
      <dgm:t>
        <a:bodyPr/>
        <a:lstStyle/>
        <a:p>
          <a:endParaRPr lang="en-US"/>
        </a:p>
      </dgm:t>
    </dgm:pt>
    <dgm:pt modelId="{E73B6DBA-C892-4E71-B7B5-3D50F2190950}">
      <dgm:prSet/>
      <dgm:spPr/>
      <dgm:t>
        <a:bodyPr/>
        <a:lstStyle/>
        <a:p>
          <a:pPr>
            <a:lnSpc>
              <a:spcPct val="100000"/>
            </a:lnSpc>
          </a:pPr>
          <a:r>
            <a:rPr lang="en-US" b="0" i="0" baseline="0"/>
            <a:t>Improved AI with different difficulty levels</a:t>
          </a:r>
          <a:endParaRPr lang="en-US"/>
        </a:p>
      </dgm:t>
    </dgm:pt>
    <dgm:pt modelId="{8B0FBA2F-07E0-41FF-8EA5-6B7FEAB5AE80}" type="parTrans" cxnId="{BD124585-FC45-4CBD-8918-88FFF9D581CE}">
      <dgm:prSet/>
      <dgm:spPr/>
      <dgm:t>
        <a:bodyPr/>
        <a:lstStyle/>
        <a:p>
          <a:endParaRPr lang="en-US"/>
        </a:p>
      </dgm:t>
    </dgm:pt>
    <dgm:pt modelId="{1096D0F2-7ACE-43A6-A9FB-704B06C8DF95}" type="sibTrans" cxnId="{BD124585-FC45-4CBD-8918-88FFF9D581CE}">
      <dgm:prSet/>
      <dgm:spPr/>
      <dgm:t>
        <a:bodyPr/>
        <a:lstStyle/>
        <a:p>
          <a:endParaRPr lang="en-US"/>
        </a:p>
      </dgm:t>
    </dgm:pt>
    <dgm:pt modelId="{51B997C4-10C3-4255-94EE-04D3E9417315}">
      <dgm:prSet/>
      <dgm:spPr/>
      <dgm:t>
        <a:bodyPr/>
        <a:lstStyle/>
        <a:p>
          <a:pPr>
            <a:lnSpc>
              <a:spcPct val="100000"/>
            </a:lnSpc>
          </a:pPr>
          <a:r>
            <a:rPr lang="en-US" b="0" i="0" baseline="0"/>
            <a:t>Transition from CLI to a graphical user interface</a:t>
          </a:r>
          <a:endParaRPr lang="en-US"/>
        </a:p>
      </dgm:t>
    </dgm:pt>
    <dgm:pt modelId="{22E6C090-6DA5-497E-ADA8-65D89D384CA1}" type="parTrans" cxnId="{F7C63F6F-A372-47CC-AA70-E1CB47C26962}">
      <dgm:prSet/>
      <dgm:spPr/>
      <dgm:t>
        <a:bodyPr/>
        <a:lstStyle/>
        <a:p>
          <a:endParaRPr lang="en-US"/>
        </a:p>
      </dgm:t>
    </dgm:pt>
    <dgm:pt modelId="{2FB57AA4-C600-459B-8EE5-818BA49E7CAF}" type="sibTrans" cxnId="{F7C63F6F-A372-47CC-AA70-E1CB47C26962}">
      <dgm:prSet/>
      <dgm:spPr/>
      <dgm:t>
        <a:bodyPr/>
        <a:lstStyle/>
        <a:p>
          <a:endParaRPr lang="en-US"/>
        </a:p>
      </dgm:t>
    </dgm:pt>
    <dgm:pt modelId="{6ED180F7-5D8A-4BD8-A8FA-B2E0DDA35534}">
      <dgm:prSet/>
      <dgm:spPr/>
      <dgm:t>
        <a:bodyPr/>
        <a:lstStyle/>
        <a:p>
          <a:pPr>
            <a:lnSpc>
              <a:spcPct val="100000"/>
            </a:lnSpc>
          </a:pPr>
          <a:r>
            <a:rPr lang="en-US" b="0" i="0" baseline="0"/>
            <a:t>Multiplayer support</a:t>
          </a:r>
          <a:endParaRPr lang="en-US"/>
        </a:p>
      </dgm:t>
    </dgm:pt>
    <dgm:pt modelId="{5637302E-3B7C-4C5D-908A-EA2C601E7029}" type="parTrans" cxnId="{34C97241-2E46-49C0-98FD-9CAC2BCC8287}">
      <dgm:prSet/>
      <dgm:spPr/>
      <dgm:t>
        <a:bodyPr/>
        <a:lstStyle/>
        <a:p>
          <a:endParaRPr lang="en-US"/>
        </a:p>
      </dgm:t>
    </dgm:pt>
    <dgm:pt modelId="{04B9FB92-478F-437D-B25D-3F682D2C5332}" type="sibTrans" cxnId="{34C97241-2E46-49C0-98FD-9CAC2BCC8287}">
      <dgm:prSet/>
      <dgm:spPr/>
      <dgm:t>
        <a:bodyPr/>
        <a:lstStyle/>
        <a:p>
          <a:endParaRPr lang="en-US"/>
        </a:p>
      </dgm:t>
    </dgm:pt>
    <dgm:pt modelId="{BCD6E628-155D-4D2A-8432-A4F3279BFB28}">
      <dgm:prSet/>
      <dgm:spPr/>
      <dgm:t>
        <a:bodyPr/>
        <a:lstStyle/>
        <a:p>
          <a:pPr>
            <a:lnSpc>
              <a:spcPct val="100000"/>
            </a:lnSpc>
          </a:pPr>
          <a:r>
            <a:rPr lang="en-US" b="0" i="0" baseline="0"/>
            <a:t>Extend framework to other card games</a:t>
          </a:r>
          <a:endParaRPr lang="en-US"/>
        </a:p>
      </dgm:t>
    </dgm:pt>
    <dgm:pt modelId="{DA8689E8-F309-4CCA-A4D0-61B93411B601}" type="parTrans" cxnId="{9EAC5652-0608-4BF3-8ABF-75B067DE3A4E}">
      <dgm:prSet/>
      <dgm:spPr/>
      <dgm:t>
        <a:bodyPr/>
        <a:lstStyle/>
        <a:p>
          <a:endParaRPr lang="en-US"/>
        </a:p>
      </dgm:t>
    </dgm:pt>
    <dgm:pt modelId="{B161166C-7C67-4EBE-BE15-ADE8B02CB76E}" type="sibTrans" cxnId="{9EAC5652-0608-4BF3-8ABF-75B067DE3A4E}">
      <dgm:prSet/>
      <dgm:spPr/>
      <dgm:t>
        <a:bodyPr/>
        <a:lstStyle/>
        <a:p>
          <a:endParaRPr lang="en-US"/>
        </a:p>
      </dgm:t>
    </dgm:pt>
    <dgm:pt modelId="{BA370B32-AC69-4FA2-A0A5-0C56BC23A8CC}">
      <dgm:prSet/>
      <dgm:spPr/>
      <dgm:t>
        <a:bodyPr/>
        <a:lstStyle/>
        <a:p>
          <a:pPr>
            <a:lnSpc>
              <a:spcPct val="100000"/>
            </a:lnSpc>
          </a:pPr>
          <a:r>
            <a:rPr lang="en-US" b="0" i="0" baseline="0"/>
            <a:t>Advanced meld and layoff logic; better error handling</a:t>
          </a:r>
          <a:endParaRPr lang="en-US"/>
        </a:p>
      </dgm:t>
    </dgm:pt>
    <dgm:pt modelId="{437E41BC-E76D-4BCE-82B2-A4D4455C67E0}" type="parTrans" cxnId="{6354E62F-75A6-4372-A456-E99660F912D9}">
      <dgm:prSet/>
      <dgm:spPr/>
      <dgm:t>
        <a:bodyPr/>
        <a:lstStyle/>
        <a:p>
          <a:endParaRPr lang="en-US"/>
        </a:p>
      </dgm:t>
    </dgm:pt>
    <dgm:pt modelId="{B3714F15-B75D-4B71-A21C-514BC50B39CC}" type="sibTrans" cxnId="{6354E62F-75A6-4372-A456-E99660F912D9}">
      <dgm:prSet/>
      <dgm:spPr/>
      <dgm:t>
        <a:bodyPr/>
        <a:lstStyle/>
        <a:p>
          <a:endParaRPr lang="en-US"/>
        </a:p>
      </dgm:t>
    </dgm:pt>
    <dgm:pt modelId="{FC99FDCF-5A2C-40EC-9FD1-B5C80BF92C6A}" type="pres">
      <dgm:prSet presAssocID="{8C0C21AC-108D-4A60-A0A8-0BFFF0E93BA4}" presName="root" presStyleCnt="0">
        <dgm:presLayoutVars>
          <dgm:dir/>
          <dgm:resizeHandles val="exact"/>
        </dgm:presLayoutVars>
      </dgm:prSet>
      <dgm:spPr/>
    </dgm:pt>
    <dgm:pt modelId="{704B66C0-8CF2-477A-A912-94A04AA5229B}" type="pres">
      <dgm:prSet presAssocID="{D6D9F933-58F8-466C-AF11-A0303772FE6F}" presName="compNode" presStyleCnt="0"/>
      <dgm:spPr/>
    </dgm:pt>
    <dgm:pt modelId="{DBE033A0-F8B4-4D22-8973-6BBDC0E41B52}" type="pres">
      <dgm:prSet presAssocID="{D6D9F933-58F8-466C-AF11-A0303772FE6F}" presName="bgRect" presStyleLbl="bgShp" presStyleIdx="0" presStyleCnt="8"/>
      <dgm:spPr/>
    </dgm:pt>
    <dgm:pt modelId="{DC5435EF-0EAE-4176-B8BB-65F6AA7D0C1D}" type="pres">
      <dgm:prSet presAssocID="{D6D9F933-58F8-466C-AF11-A0303772FE6F}"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C67E9117-32B4-4C8F-8CD3-99DDF89A0577}" type="pres">
      <dgm:prSet presAssocID="{D6D9F933-58F8-466C-AF11-A0303772FE6F}" presName="spaceRect" presStyleCnt="0"/>
      <dgm:spPr/>
    </dgm:pt>
    <dgm:pt modelId="{1D8C797A-B34F-46A2-AC93-9BD3CC6A1CB7}" type="pres">
      <dgm:prSet presAssocID="{D6D9F933-58F8-466C-AF11-A0303772FE6F}" presName="parTx" presStyleLbl="revTx" presStyleIdx="0" presStyleCnt="8">
        <dgm:presLayoutVars>
          <dgm:chMax val="0"/>
          <dgm:chPref val="0"/>
        </dgm:presLayoutVars>
      </dgm:prSet>
      <dgm:spPr/>
    </dgm:pt>
    <dgm:pt modelId="{4BC113B8-7188-428A-A180-33A030782BFC}" type="pres">
      <dgm:prSet presAssocID="{820CFF1C-A047-440C-8F96-4132F7D6AF68}" presName="sibTrans" presStyleCnt="0"/>
      <dgm:spPr/>
    </dgm:pt>
    <dgm:pt modelId="{752B7F80-60DF-4E0A-A6B6-2E4D5FD61DF3}" type="pres">
      <dgm:prSet presAssocID="{03A35172-DA09-4BFB-86F4-ABEDA131D281}" presName="compNode" presStyleCnt="0"/>
      <dgm:spPr/>
    </dgm:pt>
    <dgm:pt modelId="{59C06988-B2D9-45EA-90FC-16ACEF7C2A9D}" type="pres">
      <dgm:prSet presAssocID="{03A35172-DA09-4BFB-86F4-ABEDA131D281}" presName="bgRect" presStyleLbl="bgShp" presStyleIdx="1" presStyleCnt="8"/>
      <dgm:spPr/>
    </dgm:pt>
    <dgm:pt modelId="{05CD9946-0920-42DC-8A9D-DE76B6AB6945}" type="pres">
      <dgm:prSet presAssocID="{03A35172-DA09-4BFB-86F4-ABEDA131D281}"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me controller"/>
        </a:ext>
      </dgm:extLst>
    </dgm:pt>
    <dgm:pt modelId="{4D1CD48F-3399-41C9-B73B-719B2E32EF56}" type="pres">
      <dgm:prSet presAssocID="{03A35172-DA09-4BFB-86F4-ABEDA131D281}" presName="spaceRect" presStyleCnt="0"/>
      <dgm:spPr/>
    </dgm:pt>
    <dgm:pt modelId="{A6273A8D-E6C4-4C63-85EF-EE4A096DB044}" type="pres">
      <dgm:prSet presAssocID="{03A35172-DA09-4BFB-86F4-ABEDA131D281}" presName="parTx" presStyleLbl="revTx" presStyleIdx="1" presStyleCnt="8">
        <dgm:presLayoutVars>
          <dgm:chMax val="0"/>
          <dgm:chPref val="0"/>
        </dgm:presLayoutVars>
      </dgm:prSet>
      <dgm:spPr/>
    </dgm:pt>
    <dgm:pt modelId="{27C2C268-6DD8-4FAB-8381-2463501BE522}" type="pres">
      <dgm:prSet presAssocID="{12B8F94A-7DFE-4888-9FA8-B5C266138D10}" presName="sibTrans" presStyleCnt="0"/>
      <dgm:spPr/>
    </dgm:pt>
    <dgm:pt modelId="{84A83F3B-14DE-4D8B-B3E9-5C0A094B6EB4}" type="pres">
      <dgm:prSet presAssocID="{4776CFFA-9C7C-4CB7-80BC-D2BD53E844BC}" presName="compNode" presStyleCnt="0"/>
      <dgm:spPr/>
    </dgm:pt>
    <dgm:pt modelId="{5E8BB89C-7BC2-4698-AE1F-57BE532B6AA3}" type="pres">
      <dgm:prSet presAssocID="{4776CFFA-9C7C-4CB7-80BC-D2BD53E844BC}" presName="bgRect" presStyleLbl="bgShp" presStyleIdx="2" presStyleCnt="8"/>
      <dgm:spPr/>
    </dgm:pt>
    <dgm:pt modelId="{F4EFDB52-9756-469F-BEEF-1A87AB0273E1}" type="pres">
      <dgm:prSet presAssocID="{4776CFFA-9C7C-4CB7-80BC-D2BD53E844BC}"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21E784AA-8807-40C5-AC5C-17E096C0E49A}" type="pres">
      <dgm:prSet presAssocID="{4776CFFA-9C7C-4CB7-80BC-D2BD53E844BC}" presName="spaceRect" presStyleCnt="0"/>
      <dgm:spPr/>
    </dgm:pt>
    <dgm:pt modelId="{E83FCC4A-7947-4118-857C-9E3DDEECB7B9}" type="pres">
      <dgm:prSet presAssocID="{4776CFFA-9C7C-4CB7-80BC-D2BD53E844BC}" presName="parTx" presStyleLbl="revTx" presStyleIdx="2" presStyleCnt="8">
        <dgm:presLayoutVars>
          <dgm:chMax val="0"/>
          <dgm:chPref val="0"/>
        </dgm:presLayoutVars>
      </dgm:prSet>
      <dgm:spPr/>
    </dgm:pt>
    <dgm:pt modelId="{5F3C7480-BDF2-487B-A7B5-D8F77EDC9EC8}" type="pres">
      <dgm:prSet presAssocID="{3F86F97C-D14F-4A5E-8C54-79B5F5D4875A}" presName="sibTrans" presStyleCnt="0"/>
      <dgm:spPr/>
    </dgm:pt>
    <dgm:pt modelId="{E4EC7825-6EB9-45C7-8D1D-7B1737CEBF28}" type="pres">
      <dgm:prSet presAssocID="{E73B6DBA-C892-4E71-B7B5-3D50F2190950}" presName="compNode" presStyleCnt="0"/>
      <dgm:spPr/>
    </dgm:pt>
    <dgm:pt modelId="{FE7550F0-485C-406A-A1ED-C5AA808D4F78}" type="pres">
      <dgm:prSet presAssocID="{E73B6DBA-C892-4E71-B7B5-3D50F2190950}" presName="bgRect" presStyleLbl="bgShp" presStyleIdx="3" presStyleCnt="8"/>
      <dgm:spPr/>
    </dgm:pt>
    <dgm:pt modelId="{CFA6C17D-5D0B-4207-848E-EE51A550279F}" type="pres">
      <dgm:prSet presAssocID="{E73B6DBA-C892-4E71-B7B5-3D50F2190950}"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ain in head"/>
        </a:ext>
      </dgm:extLst>
    </dgm:pt>
    <dgm:pt modelId="{1F6D81E6-EB2A-46FC-AA13-C126DAC1D69A}" type="pres">
      <dgm:prSet presAssocID="{E73B6DBA-C892-4E71-B7B5-3D50F2190950}" presName="spaceRect" presStyleCnt="0"/>
      <dgm:spPr/>
    </dgm:pt>
    <dgm:pt modelId="{E3CCE532-975A-4620-BEBF-EDABA3D6A4A6}" type="pres">
      <dgm:prSet presAssocID="{E73B6DBA-C892-4E71-B7B5-3D50F2190950}" presName="parTx" presStyleLbl="revTx" presStyleIdx="3" presStyleCnt="8">
        <dgm:presLayoutVars>
          <dgm:chMax val="0"/>
          <dgm:chPref val="0"/>
        </dgm:presLayoutVars>
      </dgm:prSet>
      <dgm:spPr/>
    </dgm:pt>
    <dgm:pt modelId="{F2B4FD44-F43E-4876-A8DF-2E4A83F3DABC}" type="pres">
      <dgm:prSet presAssocID="{1096D0F2-7ACE-43A6-A9FB-704B06C8DF95}" presName="sibTrans" presStyleCnt="0"/>
      <dgm:spPr/>
    </dgm:pt>
    <dgm:pt modelId="{8F125974-08EC-4D41-B110-27A2190191CB}" type="pres">
      <dgm:prSet presAssocID="{51B997C4-10C3-4255-94EE-04D3E9417315}" presName="compNode" presStyleCnt="0"/>
      <dgm:spPr/>
    </dgm:pt>
    <dgm:pt modelId="{D98D1155-7556-4261-B14A-154C573FC5B7}" type="pres">
      <dgm:prSet presAssocID="{51B997C4-10C3-4255-94EE-04D3E9417315}" presName="bgRect" presStyleLbl="bgShp" presStyleIdx="4" presStyleCnt="8"/>
      <dgm:spPr/>
    </dgm:pt>
    <dgm:pt modelId="{D9C35456-3E39-447F-8E63-AECA1BF6CBB6}" type="pres">
      <dgm:prSet presAssocID="{51B997C4-10C3-4255-94EE-04D3E9417315}"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ser"/>
        </a:ext>
      </dgm:extLst>
    </dgm:pt>
    <dgm:pt modelId="{AF8FC412-35FA-499A-91F2-EADD936282C4}" type="pres">
      <dgm:prSet presAssocID="{51B997C4-10C3-4255-94EE-04D3E9417315}" presName="spaceRect" presStyleCnt="0"/>
      <dgm:spPr/>
    </dgm:pt>
    <dgm:pt modelId="{011D6434-16F7-4FEA-88EE-8636A0B399FF}" type="pres">
      <dgm:prSet presAssocID="{51B997C4-10C3-4255-94EE-04D3E9417315}" presName="parTx" presStyleLbl="revTx" presStyleIdx="4" presStyleCnt="8">
        <dgm:presLayoutVars>
          <dgm:chMax val="0"/>
          <dgm:chPref val="0"/>
        </dgm:presLayoutVars>
      </dgm:prSet>
      <dgm:spPr/>
    </dgm:pt>
    <dgm:pt modelId="{2BB37029-1D7C-42E1-B4D5-4BBA6B432E83}" type="pres">
      <dgm:prSet presAssocID="{2FB57AA4-C600-459B-8EE5-818BA49E7CAF}" presName="sibTrans" presStyleCnt="0"/>
      <dgm:spPr/>
    </dgm:pt>
    <dgm:pt modelId="{3BC602AB-B2EB-483A-9BF9-A7E62C550049}" type="pres">
      <dgm:prSet presAssocID="{6ED180F7-5D8A-4BD8-A8FA-B2E0DDA35534}" presName="compNode" presStyleCnt="0"/>
      <dgm:spPr/>
    </dgm:pt>
    <dgm:pt modelId="{14E8670B-ADD0-4B5A-9524-79C4E3C43A6A}" type="pres">
      <dgm:prSet presAssocID="{6ED180F7-5D8A-4BD8-A8FA-B2E0DDA35534}" presName="bgRect" presStyleLbl="bgShp" presStyleIdx="5" presStyleCnt="8"/>
      <dgm:spPr/>
    </dgm:pt>
    <dgm:pt modelId="{9F14C75A-7D5B-41A7-8328-468EF1B040F6}" type="pres">
      <dgm:prSet presAssocID="{6ED180F7-5D8A-4BD8-A8FA-B2E0DDA35534}"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heckmark"/>
        </a:ext>
      </dgm:extLst>
    </dgm:pt>
    <dgm:pt modelId="{F05BEB26-EA89-496D-9173-0E0D15C56ACE}" type="pres">
      <dgm:prSet presAssocID="{6ED180F7-5D8A-4BD8-A8FA-B2E0DDA35534}" presName="spaceRect" presStyleCnt="0"/>
      <dgm:spPr/>
    </dgm:pt>
    <dgm:pt modelId="{0E037FC2-473B-49FB-B28E-6823E03344E3}" type="pres">
      <dgm:prSet presAssocID="{6ED180F7-5D8A-4BD8-A8FA-B2E0DDA35534}" presName="parTx" presStyleLbl="revTx" presStyleIdx="5" presStyleCnt="8">
        <dgm:presLayoutVars>
          <dgm:chMax val="0"/>
          <dgm:chPref val="0"/>
        </dgm:presLayoutVars>
      </dgm:prSet>
      <dgm:spPr/>
    </dgm:pt>
    <dgm:pt modelId="{3FE9F09A-B411-45A6-AA87-9A3D1A9E8B04}" type="pres">
      <dgm:prSet presAssocID="{04B9FB92-478F-437D-B25D-3F682D2C5332}" presName="sibTrans" presStyleCnt="0"/>
      <dgm:spPr/>
    </dgm:pt>
    <dgm:pt modelId="{D0CC38E5-5DD6-4146-B2C8-7151FD02DECA}" type="pres">
      <dgm:prSet presAssocID="{BCD6E628-155D-4D2A-8432-A4F3279BFB28}" presName="compNode" presStyleCnt="0"/>
      <dgm:spPr/>
    </dgm:pt>
    <dgm:pt modelId="{9CD86B35-4253-4C97-9E0A-DC16099DAA89}" type="pres">
      <dgm:prSet presAssocID="{BCD6E628-155D-4D2A-8432-A4F3279BFB28}" presName="bgRect" presStyleLbl="bgShp" presStyleIdx="6" presStyleCnt="8"/>
      <dgm:spPr/>
    </dgm:pt>
    <dgm:pt modelId="{1750C2F3-AE77-46C2-AD36-94C75E861CBE}" type="pres">
      <dgm:prSet presAssocID="{BCD6E628-155D-4D2A-8432-A4F3279BFB28}"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Smart Phone"/>
        </a:ext>
      </dgm:extLst>
    </dgm:pt>
    <dgm:pt modelId="{02777935-CF4B-41F5-8235-F8190BB779A9}" type="pres">
      <dgm:prSet presAssocID="{BCD6E628-155D-4D2A-8432-A4F3279BFB28}" presName="spaceRect" presStyleCnt="0"/>
      <dgm:spPr/>
    </dgm:pt>
    <dgm:pt modelId="{716094BE-EAC6-4E05-B69E-2AA5F8C854E2}" type="pres">
      <dgm:prSet presAssocID="{BCD6E628-155D-4D2A-8432-A4F3279BFB28}" presName="parTx" presStyleLbl="revTx" presStyleIdx="6" presStyleCnt="8">
        <dgm:presLayoutVars>
          <dgm:chMax val="0"/>
          <dgm:chPref val="0"/>
        </dgm:presLayoutVars>
      </dgm:prSet>
      <dgm:spPr/>
    </dgm:pt>
    <dgm:pt modelId="{99FF938D-1580-456C-A33F-7753BDC844D6}" type="pres">
      <dgm:prSet presAssocID="{B161166C-7C67-4EBE-BE15-ADE8B02CB76E}" presName="sibTrans" presStyleCnt="0"/>
      <dgm:spPr/>
    </dgm:pt>
    <dgm:pt modelId="{AE342400-1AC5-4AA5-BD29-68356525BE33}" type="pres">
      <dgm:prSet presAssocID="{BA370B32-AC69-4FA2-A0A5-0C56BC23A8CC}" presName="compNode" presStyleCnt="0"/>
      <dgm:spPr/>
    </dgm:pt>
    <dgm:pt modelId="{23092B01-3421-44E7-AE67-A236E1FF3B6D}" type="pres">
      <dgm:prSet presAssocID="{BA370B32-AC69-4FA2-A0A5-0C56BC23A8CC}" presName="bgRect" presStyleLbl="bgShp" presStyleIdx="7" presStyleCnt="8"/>
      <dgm:spPr/>
    </dgm:pt>
    <dgm:pt modelId="{90C510FE-1DB6-4772-BED4-AD89C5091DFE}" type="pres">
      <dgm:prSet presAssocID="{BA370B32-AC69-4FA2-A0A5-0C56BC23A8CC}"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Gears"/>
        </a:ext>
      </dgm:extLst>
    </dgm:pt>
    <dgm:pt modelId="{5E9679C2-F840-4B55-B720-2D1564722616}" type="pres">
      <dgm:prSet presAssocID="{BA370B32-AC69-4FA2-A0A5-0C56BC23A8CC}" presName="spaceRect" presStyleCnt="0"/>
      <dgm:spPr/>
    </dgm:pt>
    <dgm:pt modelId="{90E723FD-24B2-4176-A51C-247845608A59}" type="pres">
      <dgm:prSet presAssocID="{BA370B32-AC69-4FA2-A0A5-0C56BC23A8CC}" presName="parTx" presStyleLbl="revTx" presStyleIdx="7" presStyleCnt="8">
        <dgm:presLayoutVars>
          <dgm:chMax val="0"/>
          <dgm:chPref val="0"/>
        </dgm:presLayoutVars>
      </dgm:prSet>
      <dgm:spPr/>
    </dgm:pt>
  </dgm:ptLst>
  <dgm:cxnLst>
    <dgm:cxn modelId="{12A1BA0D-0F09-491C-8DE8-60AFE119C3C4}" type="presOf" srcId="{BA370B32-AC69-4FA2-A0A5-0C56BC23A8CC}" destId="{90E723FD-24B2-4176-A51C-247845608A59}" srcOrd="0" destOrd="0" presId="urn:microsoft.com/office/officeart/2018/2/layout/IconVerticalSolidList"/>
    <dgm:cxn modelId="{6354E62F-75A6-4372-A456-E99660F912D9}" srcId="{8C0C21AC-108D-4A60-A0A8-0BFFF0E93BA4}" destId="{BA370B32-AC69-4FA2-A0A5-0C56BC23A8CC}" srcOrd="7" destOrd="0" parTransId="{437E41BC-E76D-4BCE-82B2-A4D4455C67E0}" sibTransId="{B3714F15-B75D-4B71-A21C-514BC50B39CC}"/>
    <dgm:cxn modelId="{34C97241-2E46-49C0-98FD-9CAC2BCC8287}" srcId="{8C0C21AC-108D-4A60-A0A8-0BFFF0E93BA4}" destId="{6ED180F7-5D8A-4BD8-A8FA-B2E0DDA35534}" srcOrd="5" destOrd="0" parTransId="{5637302E-3B7C-4C5D-908A-EA2C601E7029}" sibTransId="{04B9FB92-478F-437D-B25D-3F682D2C5332}"/>
    <dgm:cxn modelId="{2C97F66C-66AD-4711-A9F6-38C4983EB82B}" type="presOf" srcId="{D6D9F933-58F8-466C-AF11-A0303772FE6F}" destId="{1D8C797A-B34F-46A2-AC93-9BD3CC6A1CB7}" srcOrd="0" destOrd="0" presId="urn:microsoft.com/office/officeart/2018/2/layout/IconVerticalSolidList"/>
    <dgm:cxn modelId="{F7C63F6F-A372-47CC-AA70-E1CB47C26962}" srcId="{8C0C21AC-108D-4A60-A0A8-0BFFF0E93BA4}" destId="{51B997C4-10C3-4255-94EE-04D3E9417315}" srcOrd="4" destOrd="0" parTransId="{22E6C090-6DA5-497E-ADA8-65D89D384CA1}" sibTransId="{2FB57AA4-C600-459B-8EE5-818BA49E7CAF}"/>
    <dgm:cxn modelId="{9EAC5652-0608-4BF3-8ABF-75B067DE3A4E}" srcId="{8C0C21AC-108D-4A60-A0A8-0BFFF0E93BA4}" destId="{BCD6E628-155D-4D2A-8432-A4F3279BFB28}" srcOrd="6" destOrd="0" parTransId="{DA8689E8-F309-4CCA-A4D0-61B93411B601}" sibTransId="{B161166C-7C67-4EBE-BE15-ADE8B02CB76E}"/>
    <dgm:cxn modelId="{BD850C7B-0087-4303-9411-BF5D92136562}" type="presOf" srcId="{6ED180F7-5D8A-4BD8-A8FA-B2E0DDA35534}" destId="{0E037FC2-473B-49FB-B28E-6823E03344E3}" srcOrd="0" destOrd="0" presId="urn:microsoft.com/office/officeart/2018/2/layout/IconVerticalSolidList"/>
    <dgm:cxn modelId="{52141082-33CE-4DA8-ABF0-7DAC5556FD6D}" type="presOf" srcId="{51B997C4-10C3-4255-94EE-04D3E9417315}" destId="{011D6434-16F7-4FEA-88EE-8636A0B399FF}" srcOrd="0" destOrd="0" presId="urn:microsoft.com/office/officeart/2018/2/layout/IconVerticalSolidList"/>
    <dgm:cxn modelId="{BD124585-FC45-4CBD-8918-88FFF9D581CE}" srcId="{8C0C21AC-108D-4A60-A0A8-0BFFF0E93BA4}" destId="{E73B6DBA-C892-4E71-B7B5-3D50F2190950}" srcOrd="3" destOrd="0" parTransId="{8B0FBA2F-07E0-41FF-8EA5-6B7FEAB5AE80}" sibTransId="{1096D0F2-7ACE-43A6-A9FB-704B06C8DF95}"/>
    <dgm:cxn modelId="{37D55A85-41C4-4686-836A-FB0068867D4A}" type="presOf" srcId="{03A35172-DA09-4BFB-86F4-ABEDA131D281}" destId="{A6273A8D-E6C4-4C63-85EF-EE4A096DB044}" srcOrd="0" destOrd="0" presId="urn:microsoft.com/office/officeart/2018/2/layout/IconVerticalSolidList"/>
    <dgm:cxn modelId="{43161B9A-8B69-4938-9326-E006DA6FC363}" srcId="{8C0C21AC-108D-4A60-A0A8-0BFFF0E93BA4}" destId="{4776CFFA-9C7C-4CB7-80BC-D2BD53E844BC}" srcOrd="2" destOrd="0" parTransId="{498B0135-5C44-4BB1-8694-883D4C1C43F2}" sibTransId="{3F86F97C-D14F-4A5E-8C54-79B5F5D4875A}"/>
    <dgm:cxn modelId="{6A4AB2A6-79CA-4A2A-9629-38AC3F8CDD10}" type="presOf" srcId="{BCD6E628-155D-4D2A-8432-A4F3279BFB28}" destId="{716094BE-EAC6-4E05-B69E-2AA5F8C854E2}" srcOrd="0" destOrd="0" presId="urn:microsoft.com/office/officeart/2018/2/layout/IconVerticalSolidList"/>
    <dgm:cxn modelId="{FEF344B1-BF12-491D-9D26-5D764CF104FC}" type="presOf" srcId="{E73B6DBA-C892-4E71-B7B5-3D50F2190950}" destId="{E3CCE532-975A-4620-BEBF-EDABA3D6A4A6}" srcOrd="0" destOrd="0" presId="urn:microsoft.com/office/officeart/2018/2/layout/IconVerticalSolidList"/>
    <dgm:cxn modelId="{6DEE84CA-DCFB-40A4-A829-20C87FBA1315}" srcId="{8C0C21AC-108D-4A60-A0A8-0BFFF0E93BA4}" destId="{03A35172-DA09-4BFB-86F4-ABEDA131D281}" srcOrd="1" destOrd="0" parTransId="{E54FD2F7-D694-4EA6-8626-644478703F6A}" sibTransId="{12B8F94A-7DFE-4888-9FA8-B5C266138D10}"/>
    <dgm:cxn modelId="{6CC8BEDD-27CF-44B3-A540-86124A0E6297}" srcId="{8C0C21AC-108D-4A60-A0A8-0BFFF0E93BA4}" destId="{D6D9F933-58F8-466C-AF11-A0303772FE6F}" srcOrd="0" destOrd="0" parTransId="{4EFEC46B-D34A-4342-9D1C-5716A86ABD15}" sibTransId="{820CFF1C-A047-440C-8F96-4132F7D6AF68}"/>
    <dgm:cxn modelId="{0DCFDCE8-2CEB-456C-80A6-CB9B005E5715}" type="presOf" srcId="{4776CFFA-9C7C-4CB7-80BC-D2BD53E844BC}" destId="{E83FCC4A-7947-4118-857C-9E3DDEECB7B9}" srcOrd="0" destOrd="0" presId="urn:microsoft.com/office/officeart/2018/2/layout/IconVerticalSolidList"/>
    <dgm:cxn modelId="{1D39C5F4-5299-4064-81A4-944FEBB81EAA}" type="presOf" srcId="{8C0C21AC-108D-4A60-A0A8-0BFFF0E93BA4}" destId="{FC99FDCF-5A2C-40EC-9FD1-B5C80BF92C6A}" srcOrd="0" destOrd="0" presId="urn:microsoft.com/office/officeart/2018/2/layout/IconVerticalSolidList"/>
    <dgm:cxn modelId="{E00A76C0-EE92-4EF0-A6D8-3F4172550563}" type="presParOf" srcId="{FC99FDCF-5A2C-40EC-9FD1-B5C80BF92C6A}" destId="{704B66C0-8CF2-477A-A912-94A04AA5229B}" srcOrd="0" destOrd="0" presId="urn:microsoft.com/office/officeart/2018/2/layout/IconVerticalSolidList"/>
    <dgm:cxn modelId="{EDBBE23E-9E85-4BA3-BB39-46F8420AE14E}" type="presParOf" srcId="{704B66C0-8CF2-477A-A912-94A04AA5229B}" destId="{DBE033A0-F8B4-4D22-8973-6BBDC0E41B52}" srcOrd="0" destOrd="0" presId="urn:microsoft.com/office/officeart/2018/2/layout/IconVerticalSolidList"/>
    <dgm:cxn modelId="{3DA9C061-E88B-4831-A9B1-4C5CF848508E}" type="presParOf" srcId="{704B66C0-8CF2-477A-A912-94A04AA5229B}" destId="{DC5435EF-0EAE-4176-B8BB-65F6AA7D0C1D}" srcOrd="1" destOrd="0" presId="urn:microsoft.com/office/officeart/2018/2/layout/IconVerticalSolidList"/>
    <dgm:cxn modelId="{F5B8B065-4807-446F-BAAA-638406F095AC}" type="presParOf" srcId="{704B66C0-8CF2-477A-A912-94A04AA5229B}" destId="{C67E9117-32B4-4C8F-8CD3-99DDF89A0577}" srcOrd="2" destOrd="0" presId="urn:microsoft.com/office/officeart/2018/2/layout/IconVerticalSolidList"/>
    <dgm:cxn modelId="{79D22C4A-CCD3-441C-A2C2-5917855DB5EB}" type="presParOf" srcId="{704B66C0-8CF2-477A-A912-94A04AA5229B}" destId="{1D8C797A-B34F-46A2-AC93-9BD3CC6A1CB7}" srcOrd="3" destOrd="0" presId="urn:microsoft.com/office/officeart/2018/2/layout/IconVerticalSolidList"/>
    <dgm:cxn modelId="{18AC0103-1EBA-408D-85E4-A48C1A4C48FB}" type="presParOf" srcId="{FC99FDCF-5A2C-40EC-9FD1-B5C80BF92C6A}" destId="{4BC113B8-7188-428A-A180-33A030782BFC}" srcOrd="1" destOrd="0" presId="urn:microsoft.com/office/officeart/2018/2/layout/IconVerticalSolidList"/>
    <dgm:cxn modelId="{D03CC1B0-151C-40BF-961C-7FAAC6EBBB80}" type="presParOf" srcId="{FC99FDCF-5A2C-40EC-9FD1-B5C80BF92C6A}" destId="{752B7F80-60DF-4E0A-A6B6-2E4D5FD61DF3}" srcOrd="2" destOrd="0" presId="urn:microsoft.com/office/officeart/2018/2/layout/IconVerticalSolidList"/>
    <dgm:cxn modelId="{98B453BF-9CA8-4F32-B0AE-6FEA46946B6B}" type="presParOf" srcId="{752B7F80-60DF-4E0A-A6B6-2E4D5FD61DF3}" destId="{59C06988-B2D9-45EA-90FC-16ACEF7C2A9D}" srcOrd="0" destOrd="0" presId="urn:microsoft.com/office/officeart/2018/2/layout/IconVerticalSolidList"/>
    <dgm:cxn modelId="{87D64677-B51A-481B-BA3D-11E65C1A1BC1}" type="presParOf" srcId="{752B7F80-60DF-4E0A-A6B6-2E4D5FD61DF3}" destId="{05CD9946-0920-42DC-8A9D-DE76B6AB6945}" srcOrd="1" destOrd="0" presId="urn:microsoft.com/office/officeart/2018/2/layout/IconVerticalSolidList"/>
    <dgm:cxn modelId="{88E44D57-200E-41B1-9B44-D899A2424BBD}" type="presParOf" srcId="{752B7F80-60DF-4E0A-A6B6-2E4D5FD61DF3}" destId="{4D1CD48F-3399-41C9-B73B-719B2E32EF56}" srcOrd="2" destOrd="0" presId="urn:microsoft.com/office/officeart/2018/2/layout/IconVerticalSolidList"/>
    <dgm:cxn modelId="{05E02B73-D123-409A-B1AB-2FD034C440EF}" type="presParOf" srcId="{752B7F80-60DF-4E0A-A6B6-2E4D5FD61DF3}" destId="{A6273A8D-E6C4-4C63-85EF-EE4A096DB044}" srcOrd="3" destOrd="0" presId="urn:microsoft.com/office/officeart/2018/2/layout/IconVerticalSolidList"/>
    <dgm:cxn modelId="{ACA39588-8274-46FF-BEAD-249E465124A4}" type="presParOf" srcId="{FC99FDCF-5A2C-40EC-9FD1-B5C80BF92C6A}" destId="{27C2C268-6DD8-4FAB-8381-2463501BE522}" srcOrd="3" destOrd="0" presId="urn:microsoft.com/office/officeart/2018/2/layout/IconVerticalSolidList"/>
    <dgm:cxn modelId="{2424DD82-BC97-45AA-84FD-33112B18CB9D}" type="presParOf" srcId="{FC99FDCF-5A2C-40EC-9FD1-B5C80BF92C6A}" destId="{84A83F3B-14DE-4D8B-B3E9-5C0A094B6EB4}" srcOrd="4" destOrd="0" presId="urn:microsoft.com/office/officeart/2018/2/layout/IconVerticalSolidList"/>
    <dgm:cxn modelId="{6FA45F35-871E-49DC-8ACF-D9B83AF68E40}" type="presParOf" srcId="{84A83F3B-14DE-4D8B-B3E9-5C0A094B6EB4}" destId="{5E8BB89C-7BC2-4698-AE1F-57BE532B6AA3}" srcOrd="0" destOrd="0" presId="urn:microsoft.com/office/officeart/2018/2/layout/IconVerticalSolidList"/>
    <dgm:cxn modelId="{2C165544-9C56-4155-8AAF-ABA61927F3F8}" type="presParOf" srcId="{84A83F3B-14DE-4D8B-B3E9-5C0A094B6EB4}" destId="{F4EFDB52-9756-469F-BEEF-1A87AB0273E1}" srcOrd="1" destOrd="0" presId="urn:microsoft.com/office/officeart/2018/2/layout/IconVerticalSolidList"/>
    <dgm:cxn modelId="{20056E32-841F-4B76-8FFB-DA5EC6A6635F}" type="presParOf" srcId="{84A83F3B-14DE-4D8B-B3E9-5C0A094B6EB4}" destId="{21E784AA-8807-40C5-AC5C-17E096C0E49A}" srcOrd="2" destOrd="0" presId="urn:microsoft.com/office/officeart/2018/2/layout/IconVerticalSolidList"/>
    <dgm:cxn modelId="{AFC02A1D-ABCA-4204-A89B-501EC80301C9}" type="presParOf" srcId="{84A83F3B-14DE-4D8B-B3E9-5C0A094B6EB4}" destId="{E83FCC4A-7947-4118-857C-9E3DDEECB7B9}" srcOrd="3" destOrd="0" presId="urn:microsoft.com/office/officeart/2018/2/layout/IconVerticalSolidList"/>
    <dgm:cxn modelId="{D430EDD4-7F1D-4F9F-8BDC-A72E9F2CFD52}" type="presParOf" srcId="{FC99FDCF-5A2C-40EC-9FD1-B5C80BF92C6A}" destId="{5F3C7480-BDF2-487B-A7B5-D8F77EDC9EC8}" srcOrd="5" destOrd="0" presId="urn:microsoft.com/office/officeart/2018/2/layout/IconVerticalSolidList"/>
    <dgm:cxn modelId="{A19B7BB4-6550-4F5B-82C7-4FE98C0D3389}" type="presParOf" srcId="{FC99FDCF-5A2C-40EC-9FD1-B5C80BF92C6A}" destId="{E4EC7825-6EB9-45C7-8D1D-7B1737CEBF28}" srcOrd="6" destOrd="0" presId="urn:microsoft.com/office/officeart/2018/2/layout/IconVerticalSolidList"/>
    <dgm:cxn modelId="{5F07135D-7A5D-4EFB-88CC-C61F36CF7C38}" type="presParOf" srcId="{E4EC7825-6EB9-45C7-8D1D-7B1737CEBF28}" destId="{FE7550F0-485C-406A-A1ED-C5AA808D4F78}" srcOrd="0" destOrd="0" presId="urn:microsoft.com/office/officeart/2018/2/layout/IconVerticalSolidList"/>
    <dgm:cxn modelId="{5F0F7048-CD20-4390-811F-9C7A8FEFBF1A}" type="presParOf" srcId="{E4EC7825-6EB9-45C7-8D1D-7B1737CEBF28}" destId="{CFA6C17D-5D0B-4207-848E-EE51A550279F}" srcOrd="1" destOrd="0" presId="urn:microsoft.com/office/officeart/2018/2/layout/IconVerticalSolidList"/>
    <dgm:cxn modelId="{6ECCE588-2C33-4661-BC51-C232CCE10003}" type="presParOf" srcId="{E4EC7825-6EB9-45C7-8D1D-7B1737CEBF28}" destId="{1F6D81E6-EB2A-46FC-AA13-C126DAC1D69A}" srcOrd="2" destOrd="0" presId="urn:microsoft.com/office/officeart/2018/2/layout/IconVerticalSolidList"/>
    <dgm:cxn modelId="{722D1765-F11D-46B8-B775-83B15B71DBC5}" type="presParOf" srcId="{E4EC7825-6EB9-45C7-8D1D-7B1737CEBF28}" destId="{E3CCE532-975A-4620-BEBF-EDABA3D6A4A6}" srcOrd="3" destOrd="0" presId="urn:microsoft.com/office/officeart/2018/2/layout/IconVerticalSolidList"/>
    <dgm:cxn modelId="{4ED805D8-6D78-4ED1-900D-AF4B8B805B30}" type="presParOf" srcId="{FC99FDCF-5A2C-40EC-9FD1-B5C80BF92C6A}" destId="{F2B4FD44-F43E-4876-A8DF-2E4A83F3DABC}" srcOrd="7" destOrd="0" presId="urn:microsoft.com/office/officeart/2018/2/layout/IconVerticalSolidList"/>
    <dgm:cxn modelId="{4ED897C5-0219-4A08-A830-0CC246B6E028}" type="presParOf" srcId="{FC99FDCF-5A2C-40EC-9FD1-B5C80BF92C6A}" destId="{8F125974-08EC-4D41-B110-27A2190191CB}" srcOrd="8" destOrd="0" presId="urn:microsoft.com/office/officeart/2018/2/layout/IconVerticalSolidList"/>
    <dgm:cxn modelId="{CCF43140-FDAA-4E53-96B7-D0B3BD783163}" type="presParOf" srcId="{8F125974-08EC-4D41-B110-27A2190191CB}" destId="{D98D1155-7556-4261-B14A-154C573FC5B7}" srcOrd="0" destOrd="0" presId="urn:microsoft.com/office/officeart/2018/2/layout/IconVerticalSolidList"/>
    <dgm:cxn modelId="{2D6F7A90-7EDC-4CF5-B5F8-603700AF0B29}" type="presParOf" srcId="{8F125974-08EC-4D41-B110-27A2190191CB}" destId="{D9C35456-3E39-447F-8E63-AECA1BF6CBB6}" srcOrd="1" destOrd="0" presId="urn:microsoft.com/office/officeart/2018/2/layout/IconVerticalSolidList"/>
    <dgm:cxn modelId="{33785336-B711-4143-BCED-0AD5C3D7AA18}" type="presParOf" srcId="{8F125974-08EC-4D41-B110-27A2190191CB}" destId="{AF8FC412-35FA-499A-91F2-EADD936282C4}" srcOrd="2" destOrd="0" presId="urn:microsoft.com/office/officeart/2018/2/layout/IconVerticalSolidList"/>
    <dgm:cxn modelId="{0E59A50B-6901-491A-9734-8A1ACEDA6755}" type="presParOf" srcId="{8F125974-08EC-4D41-B110-27A2190191CB}" destId="{011D6434-16F7-4FEA-88EE-8636A0B399FF}" srcOrd="3" destOrd="0" presId="urn:microsoft.com/office/officeart/2018/2/layout/IconVerticalSolidList"/>
    <dgm:cxn modelId="{2D309FFD-6731-4050-8236-5D7561BBD867}" type="presParOf" srcId="{FC99FDCF-5A2C-40EC-9FD1-B5C80BF92C6A}" destId="{2BB37029-1D7C-42E1-B4D5-4BBA6B432E83}" srcOrd="9" destOrd="0" presId="urn:microsoft.com/office/officeart/2018/2/layout/IconVerticalSolidList"/>
    <dgm:cxn modelId="{8C61BBF6-7FF5-4B7B-8CFE-1266498CE3F8}" type="presParOf" srcId="{FC99FDCF-5A2C-40EC-9FD1-B5C80BF92C6A}" destId="{3BC602AB-B2EB-483A-9BF9-A7E62C550049}" srcOrd="10" destOrd="0" presId="urn:microsoft.com/office/officeart/2018/2/layout/IconVerticalSolidList"/>
    <dgm:cxn modelId="{E2D5BB22-9130-4642-AA6F-92609646EBA0}" type="presParOf" srcId="{3BC602AB-B2EB-483A-9BF9-A7E62C550049}" destId="{14E8670B-ADD0-4B5A-9524-79C4E3C43A6A}" srcOrd="0" destOrd="0" presId="urn:microsoft.com/office/officeart/2018/2/layout/IconVerticalSolidList"/>
    <dgm:cxn modelId="{2D8D8CE1-D7D0-49ED-ACC8-2A6EA03B731B}" type="presParOf" srcId="{3BC602AB-B2EB-483A-9BF9-A7E62C550049}" destId="{9F14C75A-7D5B-41A7-8328-468EF1B040F6}" srcOrd="1" destOrd="0" presId="urn:microsoft.com/office/officeart/2018/2/layout/IconVerticalSolidList"/>
    <dgm:cxn modelId="{4A4323D7-09D0-4E77-8F5E-9CD52EDC5C09}" type="presParOf" srcId="{3BC602AB-B2EB-483A-9BF9-A7E62C550049}" destId="{F05BEB26-EA89-496D-9173-0E0D15C56ACE}" srcOrd="2" destOrd="0" presId="urn:microsoft.com/office/officeart/2018/2/layout/IconVerticalSolidList"/>
    <dgm:cxn modelId="{40E0A3C5-2691-446B-9E0D-1E0C0F39A9CF}" type="presParOf" srcId="{3BC602AB-B2EB-483A-9BF9-A7E62C550049}" destId="{0E037FC2-473B-49FB-B28E-6823E03344E3}" srcOrd="3" destOrd="0" presId="urn:microsoft.com/office/officeart/2018/2/layout/IconVerticalSolidList"/>
    <dgm:cxn modelId="{DB9C93E3-0B9B-4AFB-B11F-15D46FEF8FC1}" type="presParOf" srcId="{FC99FDCF-5A2C-40EC-9FD1-B5C80BF92C6A}" destId="{3FE9F09A-B411-45A6-AA87-9A3D1A9E8B04}" srcOrd="11" destOrd="0" presId="urn:microsoft.com/office/officeart/2018/2/layout/IconVerticalSolidList"/>
    <dgm:cxn modelId="{3EF1CE48-D5A7-4A3E-B29A-313D87B188E5}" type="presParOf" srcId="{FC99FDCF-5A2C-40EC-9FD1-B5C80BF92C6A}" destId="{D0CC38E5-5DD6-4146-B2C8-7151FD02DECA}" srcOrd="12" destOrd="0" presId="urn:microsoft.com/office/officeart/2018/2/layout/IconVerticalSolidList"/>
    <dgm:cxn modelId="{73C4579B-926E-4427-91F3-9739FED5DD8C}" type="presParOf" srcId="{D0CC38E5-5DD6-4146-B2C8-7151FD02DECA}" destId="{9CD86B35-4253-4C97-9E0A-DC16099DAA89}" srcOrd="0" destOrd="0" presId="urn:microsoft.com/office/officeart/2018/2/layout/IconVerticalSolidList"/>
    <dgm:cxn modelId="{B7A3F280-2A01-4C35-85FB-66241EE64664}" type="presParOf" srcId="{D0CC38E5-5DD6-4146-B2C8-7151FD02DECA}" destId="{1750C2F3-AE77-46C2-AD36-94C75E861CBE}" srcOrd="1" destOrd="0" presId="urn:microsoft.com/office/officeart/2018/2/layout/IconVerticalSolidList"/>
    <dgm:cxn modelId="{C2E51940-314D-4D4A-91C5-E4CC8B88695A}" type="presParOf" srcId="{D0CC38E5-5DD6-4146-B2C8-7151FD02DECA}" destId="{02777935-CF4B-41F5-8235-F8190BB779A9}" srcOrd="2" destOrd="0" presId="urn:microsoft.com/office/officeart/2018/2/layout/IconVerticalSolidList"/>
    <dgm:cxn modelId="{3104936D-9BEB-4CE7-A987-A18E47067CC7}" type="presParOf" srcId="{D0CC38E5-5DD6-4146-B2C8-7151FD02DECA}" destId="{716094BE-EAC6-4E05-B69E-2AA5F8C854E2}" srcOrd="3" destOrd="0" presId="urn:microsoft.com/office/officeart/2018/2/layout/IconVerticalSolidList"/>
    <dgm:cxn modelId="{12A7D149-A17D-4AA3-9875-399B2D32D882}" type="presParOf" srcId="{FC99FDCF-5A2C-40EC-9FD1-B5C80BF92C6A}" destId="{99FF938D-1580-456C-A33F-7753BDC844D6}" srcOrd="13" destOrd="0" presId="urn:microsoft.com/office/officeart/2018/2/layout/IconVerticalSolidList"/>
    <dgm:cxn modelId="{2EF6EBDF-7184-4C64-86DE-C6128C46CC19}" type="presParOf" srcId="{FC99FDCF-5A2C-40EC-9FD1-B5C80BF92C6A}" destId="{AE342400-1AC5-4AA5-BD29-68356525BE33}" srcOrd="14" destOrd="0" presId="urn:microsoft.com/office/officeart/2018/2/layout/IconVerticalSolidList"/>
    <dgm:cxn modelId="{A93AFDCC-49FA-46EB-9AE0-D7EB4E7EA41B}" type="presParOf" srcId="{AE342400-1AC5-4AA5-BD29-68356525BE33}" destId="{23092B01-3421-44E7-AE67-A236E1FF3B6D}" srcOrd="0" destOrd="0" presId="urn:microsoft.com/office/officeart/2018/2/layout/IconVerticalSolidList"/>
    <dgm:cxn modelId="{C629FF0F-D9B7-4592-820B-7FBA6F328C5C}" type="presParOf" srcId="{AE342400-1AC5-4AA5-BD29-68356525BE33}" destId="{90C510FE-1DB6-4772-BED4-AD89C5091DFE}" srcOrd="1" destOrd="0" presId="urn:microsoft.com/office/officeart/2018/2/layout/IconVerticalSolidList"/>
    <dgm:cxn modelId="{B6217C3D-62DF-4396-9D7B-2CFC8995FC8C}" type="presParOf" srcId="{AE342400-1AC5-4AA5-BD29-68356525BE33}" destId="{5E9679C2-F840-4B55-B720-2D1564722616}" srcOrd="2" destOrd="0" presId="urn:microsoft.com/office/officeart/2018/2/layout/IconVerticalSolidList"/>
    <dgm:cxn modelId="{D013EF90-033F-43EB-939B-5E43CEEB5EFD}" type="presParOf" srcId="{AE342400-1AC5-4AA5-BD29-68356525BE33}" destId="{90E723FD-24B2-4176-A51C-247845608A5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B409AFB-91D0-469A-8780-B80FC533061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B2D0F55-C5C0-4D7A-9C19-C9D6816C6DA0}">
      <dgm:prSet/>
      <dgm:spPr/>
      <dgm:t>
        <a:bodyPr/>
        <a:lstStyle/>
        <a:p>
          <a:pPr>
            <a:lnSpc>
              <a:spcPct val="100000"/>
            </a:lnSpc>
          </a:pPr>
          <a:r>
            <a:rPr lang="en-US" b="1" i="0" baseline="0"/>
            <a:t>Development Tools:</a:t>
          </a:r>
          <a:endParaRPr lang="en-US"/>
        </a:p>
      </dgm:t>
    </dgm:pt>
    <dgm:pt modelId="{333FDAEC-3F6A-4C90-8DA3-6573C33FC231}" type="parTrans" cxnId="{7C0AA6FB-EC6B-47AA-848C-153509FF0251}">
      <dgm:prSet/>
      <dgm:spPr/>
      <dgm:t>
        <a:bodyPr/>
        <a:lstStyle/>
        <a:p>
          <a:endParaRPr lang="en-US"/>
        </a:p>
      </dgm:t>
    </dgm:pt>
    <dgm:pt modelId="{D08796A9-D9BC-4801-9445-48C7847CE227}" type="sibTrans" cxnId="{7C0AA6FB-EC6B-47AA-848C-153509FF0251}">
      <dgm:prSet/>
      <dgm:spPr/>
      <dgm:t>
        <a:bodyPr/>
        <a:lstStyle/>
        <a:p>
          <a:endParaRPr lang="en-US"/>
        </a:p>
      </dgm:t>
    </dgm:pt>
    <dgm:pt modelId="{614714D5-C378-415C-9102-E96255739A52}">
      <dgm:prSet/>
      <dgm:spPr/>
      <dgm:t>
        <a:bodyPr/>
        <a:lstStyle/>
        <a:p>
          <a:pPr>
            <a:lnSpc>
              <a:spcPct val="100000"/>
            </a:lnSpc>
          </a:pPr>
          <a:r>
            <a:rPr lang="en-US" b="0" i="0" baseline="0"/>
            <a:t>Python &amp; Thonny IDE</a:t>
          </a:r>
          <a:endParaRPr lang="en-US"/>
        </a:p>
      </dgm:t>
    </dgm:pt>
    <dgm:pt modelId="{DD4AFB87-A486-43E2-98E2-367B56E3F6E6}" type="parTrans" cxnId="{CD349940-3448-4904-A8EF-8390E3B4028E}">
      <dgm:prSet/>
      <dgm:spPr/>
      <dgm:t>
        <a:bodyPr/>
        <a:lstStyle/>
        <a:p>
          <a:endParaRPr lang="en-US"/>
        </a:p>
      </dgm:t>
    </dgm:pt>
    <dgm:pt modelId="{FCF10312-0C97-4D54-B329-A100C70C4801}" type="sibTrans" cxnId="{CD349940-3448-4904-A8EF-8390E3B4028E}">
      <dgm:prSet/>
      <dgm:spPr/>
      <dgm:t>
        <a:bodyPr/>
        <a:lstStyle/>
        <a:p>
          <a:endParaRPr lang="en-US"/>
        </a:p>
      </dgm:t>
    </dgm:pt>
    <dgm:pt modelId="{7C42063E-8C20-4348-96E7-66D4609323D1}">
      <dgm:prSet/>
      <dgm:spPr/>
      <dgm:t>
        <a:bodyPr/>
        <a:lstStyle/>
        <a:p>
          <a:pPr>
            <a:lnSpc>
              <a:spcPct val="100000"/>
            </a:lnSpc>
          </a:pPr>
          <a:r>
            <a:rPr lang="en-US" b="0" i="0" baseline="0"/>
            <a:t>GitHub for version control</a:t>
          </a:r>
          <a:endParaRPr lang="en-US"/>
        </a:p>
      </dgm:t>
    </dgm:pt>
    <dgm:pt modelId="{E6E7904E-5E3C-41D6-AAB8-064595C4EA37}" type="parTrans" cxnId="{DD9157E0-58BC-4FBE-AD1D-9DFA8EA0A478}">
      <dgm:prSet/>
      <dgm:spPr/>
      <dgm:t>
        <a:bodyPr/>
        <a:lstStyle/>
        <a:p>
          <a:endParaRPr lang="en-US"/>
        </a:p>
      </dgm:t>
    </dgm:pt>
    <dgm:pt modelId="{1D210704-0159-4DBD-9E8A-89991D4A3FDE}" type="sibTrans" cxnId="{DD9157E0-58BC-4FBE-AD1D-9DFA8EA0A478}">
      <dgm:prSet/>
      <dgm:spPr/>
      <dgm:t>
        <a:bodyPr/>
        <a:lstStyle/>
        <a:p>
          <a:endParaRPr lang="en-US"/>
        </a:p>
      </dgm:t>
    </dgm:pt>
    <dgm:pt modelId="{0576DCE8-C5F2-43F2-9631-212022F2EF87}">
      <dgm:prSet/>
      <dgm:spPr/>
      <dgm:t>
        <a:bodyPr/>
        <a:lstStyle/>
        <a:p>
          <a:pPr>
            <a:lnSpc>
              <a:spcPct val="100000"/>
            </a:lnSpc>
          </a:pPr>
          <a:r>
            <a:rPr lang="en-US" b="0" i="0" baseline="0"/>
            <a:t>Microsoft Outlook for team communication</a:t>
          </a:r>
          <a:endParaRPr lang="en-US"/>
        </a:p>
      </dgm:t>
    </dgm:pt>
    <dgm:pt modelId="{92528FE7-4CDD-42DD-8FE6-773CBFA81CD8}" type="parTrans" cxnId="{2BF69F6F-93DE-4B62-B9C2-F99458EC73CF}">
      <dgm:prSet/>
      <dgm:spPr/>
      <dgm:t>
        <a:bodyPr/>
        <a:lstStyle/>
        <a:p>
          <a:endParaRPr lang="en-US"/>
        </a:p>
      </dgm:t>
    </dgm:pt>
    <dgm:pt modelId="{0599E503-A6A2-40B8-B05C-DC8919508CBF}" type="sibTrans" cxnId="{2BF69F6F-93DE-4B62-B9C2-F99458EC73CF}">
      <dgm:prSet/>
      <dgm:spPr/>
      <dgm:t>
        <a:bodyPr/>
        <a:lstStyle/>
        <a:p>
          <a:endParaRPr lang="en-US"/>
        </a:p>
      </dgm:t>
    </dgm:pt>
    <dgm:pt modelId="{E9BBAA9E-56D6-4367-91C9-6C8257C79EA8}">
      <dgm:prSet/>
      <dgm:spPr/>
      <dgm:t>
        <a:bodyPr/>
        <a:lstStyle/>
        <a:p>
          <a:pPr>
            <a:lnSpc>
              <a:spcPct val="100000"/>
            </a:lnSpc>
          </a:pPr>
          <a:r>
            <a:rPr lang="en-US" b="1" i="0" baseline="0"/>
            <a:t>Hardware:</a:t>
          </a:r>
          <a:endParaRPr lang="en-US"/>
        </a:p>
      </dgm:t>
    </dgm:pt>
    <dgm:pt modelId="{78E434C7-7462-4819-98C5-8466519FE42A}" type="parTrans" cxnId="{FDA826F8-6B4F-4AFE-A3FC-4E5E5813A0A7}">
      <dgm:prSet/>
      <dgm:spPr/>
      <dgm:t>
        <a:bodyPr/>
        <a:lstStyle/>
        <a:p>
          <a:endParaRPr lang="en-US"/>
        </a:p>
      </dgm:t>
    </dgm:pt>
    <dgm:pt modelId="{237D4894-3E98-476A-8E57-2DC9F861D6BE}" type="sibTrans" cxnId="{FDA826F8-6B4F-4AFE-A3FC-4E5E5813A0A7}">
      <dgm:prSet/>
      <dgm:spPr/>
      <dgm:t>
        <a:bodyPr/>
        <a:lstStyle/>
        <a:p>
          <a:endParaRPr lang="en-US"/>
        </a:p>
      </dgm:t>
    </dgm:pt>
    <dgm:pt modelId="{4509C1F3-D17D-46DD-AF8A-B1012F71F96C}">
      <dgm:prSet/>
      <dgm:spPr/>
      <dgm:t>
        <a:bodyPr/>
        <a:lstStyle/>
        <a:p>
          <a:pPr>
            <a:lnSpc>
              <a:spcPct val="100000"/>
            </a:lnSpc>
          </a:pPr>
          <a:r>
            <a:rPr lang="en-US" b="0" i="0" baseline="0"/>
            <a:t>Laptops with Python installed</a:t>
          </a:r>
          <a:endParaRPr lang="en-US"/>
        </a:p>
      </dgm:t>
    </dgm:pt>
    <dgm:pt modelId="{DB4F6A8E-38E8-4B04-BA82-67E13CEC5B20}" type="parTrans" cxnId="{CA4C7433-6688-4F64-AB76-907FCDE9506C}">
      <dgm:prSet/>
      <dgm:spPr/>
      <dgm:t>
        <a:bodyPr/>
        <a:lstStyle/>
        <a:p>
          <a:endParaRPr lang="en-US"/>
        </a:p>
      </dgm:t>
    </dgm:pt>
    <dgm:pt modelId="{883014C1-E42E-4655-9F2F-1129A9127BB3}" type="sibTrans" cxnId="{CA4C7433-6688-4F64-AB76-907FCDE9506C}">
      <dgm:prSet/>
      <dgm:spPr/>
      <dgm:t>
        <a:bodyPr/>
        <a:lstStyle/>
        <a:p>
          <a:endParaRPr lang="en-US"/>
        </a:p>
      </dgm:t>
    </dgm:pt>
    <dgm:pt modelId="{C2FED1EE-FF65-479E-861B-7DF717EBD5B3}">
      <dgm:prSet/>
      <dgm:spPr/>
      <dgm:t>
        <a:bodyPr/>
        <a:lstStyle/>
        <a:p>
          <a:pPr>
            <a:lnSpc>
              <a:spcPct val="100000"/>
            </a:lnSpc>
          </a:pPr>
          <a:r>
            <a:rPr lang="en-US" b="1" i="0" baseline="0"/>
            <a:t>Learning Resources:</a:t>
          </a:r>
          <a:endParaRPr lang="en-US"/>
        </a:p>
      </dgm:t>
    </dgm:pt>
    <dgm:pt modelId="{23D7D51B-BA42-4CAA-BD5F-A24761A70A68}" type="parTrans" cxnId="{0C54EF71-3E2A-497A-A1CA-439726ED04CF}">
      <dgm:prSet/>
      <dgm:spPr/>
      <dgm:t>
        <a:bodyPr/>
        <a:lstStyle/>
        <a:p>
          <a:endParaRPr lang="en-US"/>
        </a:p>
      </dgm:t>
    </dgm:pt>
    <dgm:pt modelId="{53715CB9-3E54-4FB5-8FC2-D2B93970138F}" type="sibTrans" cxnId="{0C54EF71-3E2A-497A-A1CA-439726ED04CF}">
      <dgm:prSet/>
      <dgm:spPr/>
      <dgm:t>
        <a:bodyPr/>
        <a:lstStyle/>
        <a:p>
          <a:endParaRPr lang="en-US"/>
        </a:p>
      </dgm:t>
    </dgm:pt>
    <dgm:pt modelId="{FACDD02B-F092-46D6-B5E0-B5731A138A42}">
      <dgm:prSet/>
      <dgm:spPr/>
      <dgm:t>
        <a:bodyPr/>
        <a:lstStyle/>
        <a:p>
          <a:pPr>
            <a:lnSpc>
              <a:spcPct val="100000"/>
            </a:lnSpc>
          </a:pPr>
          <a:r>
            <a:rPr lang="en-US" b="0" i="0" baseline="0"/>
            <a:t>YouTube, w3schools.com, GeeksforGeeks.org</a:t>
          </a:r>
          <a:endParaRPr lang="en-US"/>
        </a:p>
      </dgm:t>
    </dgm:pt>
    <dgm:pt modelId="{51A7588C-49C7-4820-B76B-74FCF5D366E3}" type="parTrans" cxnId="{F02E7940-A390-4FA4-853C-747D9A71D618}">
      <dgm:prSet/>
      <dgm:spPr/>
      <dgm:t>
        <a:bodyPr/>
        <a:lstStyle/>
        <a:p>
          <a:endParaRPr lang="en-US"/>
        </a:p>
      </dgm:t>
    </dgm:pt>
    <dgm:pt modelId="{81896F00-A4EF-4097-AB38-C9A2C69C0543}" type="sibTrans" cxnId="{F02E7940-A390-4FA4-853C-747D9A71D618}">
      <dgm:prSet/>
      <dgm:spPr/>
      <dgm:t>
        <a:bodyPr/>
        <a:lstStyle/>
        <a:p>
          <a:endParaRPr lang="en-US"/>
        </a:p>
      </dgm:t>
    </dgm:pt>
    <dgm:pt modelId="{B536104F-6264-48F3-B0D5-538C4C23AB72}" type="pres">
      <dgm:prSet presAssocID="{6B409AFB-91D0-469A-8780-B80FC533061F}" presName="root" presStyleCnt="0">
        <dgm:presLayoutVars>
          <dgm:dir/>
          <dgm:resizeHandles val="exact"/>
        </dgm:presLayoutVars>
      </dgm:prSet>
      <dgm:spPr/>
    </dgm:pt>
    <dgm:pt modelId="{4C88E7F8-90A8-43FB-9F0B-30B001E23E4C}" type="pres">
      <dgm:prSet presAssocID="{5B2D0F55-C5C0-4D7A-9C19-C9D6816C6DA0}" presName="compNode" presStyleCnt="0"/>
      <dgm:spPr/>
    </dgm:pt>
    <dgm:pt modelId="{48A43D13-2C5F-4F00-988E-947B04569DA0}" type="pres">
      <dgm:prSet presAssocID="{5B2D0F55-C5C0-4D7A-9C19-C9D6816C6DA0}" presName="bgRect" presStyleLbl="bgShp" presStyleIdx="0" presStyleCnt="8"/>
      <dgm:spPr/>
    </dgm:pt>
    <dgm:pt modelId="{77C52DE7-5926-409B-80C4-C680EA6BCC19}" type="pres">
      <dgm:prSet presAssocID="{5B2D0F55-C5C0-4D7A-9C19-C9D6816C6DA0}"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ools"/>
        </a:ext>
      </dgm:extLst>
    </dgm:pt>
    <dgm:pt modelId="{FB8B6E94-51F9-448E-9242-3A7B33E71EFA}" type="pres">
      <dgm:prSet presAssocID="{5B2D0F55-C5C0-4D7A-9C19-C9D6816C6DA0}" presName="spaceRect" presStyleCnt="0"/>
      <dgm:spPr/>
    </dgm:pt>
    <dgm:pt modelId="{9638D2F0-B802-4D46-A57F-F994BC7D21C6}" type="pres">
      <dgm:prSet presAssocID="{5B2D0F55-C5C0-4D7A-9C19-C9D6816C6DA0}" presName="parTx" presStyleLbl="revTx" presStyleIdx="0" presStyleCnt="8">
        <dgm:presLayoutVars>
          <dgm:chMax val="0"/>
          <dgm:chPref val="0"/>
        </dgm:presLayoutVars>
      </dgm:prSet>
      <dgm:spPr/>
    </dgm:pt>
    <dgm:pt modelId="{B9D032CC-A8E6-4A6E-B198-D9A9D0F6B671}" type="pres">
      <dgm:prSet presAssocID="{D08796A9-D9BC-4801-9445-48C7847CE227}" presName="sibTrans" presStyleCnt="0"/>
      <dgm:spPr/>
    </dgm:pt>
    <dgm:pt modelId="{C4329085-1C5C-4870-B4AC-6B4264155307}" type="pres">
      <dgm:prSet presAssocID="{614714D5-C378-415C-9102-E96255739A52}" presName="compNode" presStyleCnt="0"/>
      <dgm:spPr/>
    </dgm:pt>
    <dgm:pt modelId="{86AC79BB-AF2A-48B5-BAAF-97C2119AF47E}" type="pres">
      <dgm:prSet presAssocID="{614714D5-C378-415C-9102-E96255739A52}" presName="bgRect" presStyleLbl="bgShp" presStyleIdx="1" presStyleCnt="8"/>
      <dgm:spPr/>
    </dgm:pt>
    <dgm:pt modelId="{BCD7C5AE-8F10-4C89-A00B-E5A75C3B0AB8}" type="pres">
      <dgm:prSet presAssocID="{614714D5-C378-415C-9102-E96255739A52}"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95B36316-4BC5-4DDA-BF7F-9986B75ED561}" type="pres">
      <dgm:prSet presAssocID="{614714D5-C378-415C-9102-E96255739A52}" presName="spaceRect" presStyleCnt="0"/>
      <dgm:spPr/>
    </dgm:pt>
    <dgm:pt modelId="{968E100F-7BC9-48C6-9FFF-003708F86C8A}" type="pres">
      <dgm:prSet presAssocID="{614714D5-C378-415C-9102-E96255739A52}" presName="parTx" presStyleLbl="revTx" presStyleIdx="1" presStyleCnt="8">
        <dgm:presLayoutVars>
          <dgm:chMax val="0"/>
          <dgm:chPref val="0"/>
        </dgm:presLayoutVars>
      </dgm:prSet>
      <dgm:spPr/>
    </dgm:pt>
    <dgm:pt modelId="{344ED270-9607-46DB-B786-58E04FDC0004}" type="pres">
      <dgm:prSet presAssocID="{FCF10312-0C97-4D54-B329-A100C70C4801}" presName="sibTrans" presStyleCnt="0"/>
      <dgm:spPr/>
    </dgm:pt>
    <dgm:pt modelId="{AB29CEFE-C88A-4554-8CFB-06B6E07CFC64}" type="pres">
      <dgm:prSet presAssocID="{7C42063E-8C20-4348-96E7-66D4609323D1}" presName="compNode" presStyleCnt="0"/>
      <dgm:spPr/>
    </dgm:pt>
    <dgm:pt modelId="{0B8B31B3-FE1E-42F2-B52E-D5B9147DB957}" type="pres">
      <dgm:prSet presAssocID="{7C42063E-8C20-4348-96E7-66D4609323D1}" presName="bgRect" presStyleLbl="bgShp" presStyleIdx="2" presStyleCnt="8"/>
      <dgm:spPr/>
    </dgm:pt>
    <dgm:pt modelId="{A69ACD49-201B-40ED-B554-90B6348BE74D}" type="pres">
      <dgm:prSet presAssocID="{7C42063E-8C20-4348-96E7-66D4609323D1}"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redder"/>
        </a:ext>
      </dgm:extLst>
    </dgm:pt>
    <dgm:pt modelId="{50B21369-7165-44FD-997A-3118F66D3E60}" type="pres">
      <dgm:prSet presAssocID="{7C42063E-8C20-4348-96E7-66D4609323D1}" presName="spaceRect" presStyleCnt="0"/>
      <dgm:spPr/>
    </dgm:pt>
    <dgm:pt modelId="{84479B6D-30EA-4B84-BA80-3D03DC2A1548}" type="pres">
      <dgm:prSet presAssocID="{7C42063E-8C20-4348-96E7-66D4609323D1}" presName="parTx" presStyleLbl="revTx" presStyleIdx="2" presStyleCnt="8">
        <dgm:presLayoutVars>
          <dgm:chMax val="0"/>
          <dgm:chPref val="0"/>
        </dgm:presLayoutVars>
      </dgm:prSet>
      <dgm:spPr/>
    </dgm:pt>
    <dgm:pt modelId="{F84BD3D7-80AB-4A4E-A76A-FFB80F55807B}" type="pres">
      <dgm:prSet presAssocID="{1D210704-0159-4DBD-9E8A-89991D4A3FDE}" presName="sibTrans" presStyleCnt="0"/>
      <dgm:spPr/>
    </dgm:pt>
    <dgm:pt modelId="{00F1DFDE-CA9C-4CBE-92D6-73EC16110C3B}" type="pres">
      <dgm:prSet presAssocID="{0576DCE8-C5F2-43F2-9631-212022F2EF87}" presName="compNode" presStyleCnt="0"/>
      <dgm:spPr/>
    </dgm:pt>
    <dgm:pt modelId="{B482549B-1465-4B95-AE75-DFB9A38CCB00}" type="pres">
      <dgm:prSet presAssocID="{0576DCE8-C5F2-43F2-9631-212022F2EF87}" presName="bgRect" presStyleLbl="bgShp" presStyleIdx="3" presStyleCnt="8"/>
      <dgm:spPr/>
    </dgm:pt>
    <dgm:pt modelId="{3001B530-79AC-4945-B61C-016C50BC8946}" type="pres">
      <dgm:prSet presAssocID="{0576DCE8-C5F2-43F2-9631-212022F2EF87}"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at"/>
        </a:ext>
      </dgm:extLst>
    </dgm:pt>
    <dgm:pt modelId="{2CD85EE6-8327-4281-9F28-B338F637C559}" type="pres">
      <dgm:prSet presAssocID="{0576DCE8-C5F2-43F2-9631-212022F2EF87}" presName="spaceRect" presStyleCnt="0"/>
      <dgm:spPr/>
    </dgm:pt>
    <dgm:pt modelId="{332031FD-C36B-4BE5-BADE-C5A3ED11A198}" type="pres">
      <dgm:prSet presAssocID="{0576DCE8-C5F2-43F2-9631-212022F2EF87}" presName="parTx" presStyleLbl="revTx" presStyleIdx="3" presStyleCnt="8">
        <dgm:presLayoutVars>
          <dgm:chMax val="0"/>
          <dgm:chPref val="0"/>
        </dgm:presLayoutVars>
      </dgm:prSet>
      <dgm:spPr/>
    </dgm:pt>
    <dgm:pt modelId="{D02172CF-CEE3-4881-B4E6-EA687599F425}" type="pres">
      <dgm:prSet presAssocID="{0599E503-A6A2-40B8-B05C-DC8919508CBF}" presName="sibTrans" presStyleCnt="0"/>
      <dgm:spPr/>
    </dgm:pt>
    <dgm:pt modelId="{1638D8A8-1B7D-4656-A456-08BB374B7F1F}" type="pres">
      <dgm:prSet presAssocID="{E9BBAA9E-56D6-4367-91C9-6C8257C79EA8}" presName="compNode" presStyleCnt="0"/>
      <dgm:spPr/>
    </dgm:pt>
    <dgm:pt modelId="{F86124E1-6BE6-47F4-AD8E-96F7FAA01BEA}" type="pres">
      <dgm:prSet presAssocID="{E9BBAA9E-56D6-4367-91C9-6C8257C79EA8}" presName="bgRect" presStyleLbl="bgShp" presStyleIdx="4" presStyleCnt="8"/>
      <dgm:spPr/>
    </dgm:pt>
    <dgm:pt modelId="{A0577F3B-3C47-498E-97D6-2279C0CD7FD1}" type="pres">
      <dgm:prSet presAssocID="{E9BBAA9E-56D6-4367-91C9-6C8257C79EA8}"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mputer"/>
        </a:ext>
      </dgm:extLst>
    </dgm:pt>
    <dgm:pt modelId="{AE88F032-A937-4AA6-AB6A-FC4D8A796680}" type="pres">
      <dgm:prSet presAssocID="{E9BBAA9E-56D6-4367-91C9-6C8257C79EA8}" presName="spaceRect" presStyleCnt="0"/>
      <dgm:spPr/>
    </dgm:pt>
    <dgm:pt modelId="{C1B51C69-A64F-4128-95E9-4D62059A43F9}" type="pres">
      <dgm:prSet presAssocID="{E9BBAA9E-56D6-4367-91C9-6C8257C79EA8}" presName="parTx" presStyleLbl="revTx" presStyleIdx="4" presStyleCnt="8">
        <dgm:presLayoutVars>
          <dgm:chMax val="0"/>
          <dgm:chPref val="0"/>
        </dgm:presLayoutVars>
      </dgm:prSet>
      <dgm:spPr/>
    </dgm:pt>
    <dgm:pt modelId="{700246FE-F06F-44F5-B0F6-60F58E895B04}" type="pres">
      <dgm:prSet presAssocID="{237D4894-3E98-476A-8E57-2DC9F861D6BE}" presName="sibTrans" presStyleCnt="0"/>
      <dgm:spPr/>
    </dgm:pt>
    <dgm:pt modelId="{895B6B83-08D5-4406-BC91-B93F8DEA7699}" type="pres">
      <dgm:prSet presAssocID="{4509C1F3-D17D-46DD-AF8A-B1012F71F96C}" presName="compNode" presStyleCnt="0"/>
      <dgm:spPr/>
    </dgm:pt>
    <dgm:pt modelId="{227DB7BE-1360-4875-A65D-A9AFB6F832D8}" type="pres">
      <dgm:prSet presAssocID="{4509C1F3-D17D-46DD-AF8A-B1012F71F96C}" presName="bgRect" presStyleLbl="bgShp" presStyleIdx="5" presStyleCnt="8"/>
      <dgm:spPr/>
    </dgm:pt>
    <dgm:pt modelId="{48FECE9C-99B3-47A9-8BA6-4B9965558A3E}" type="pres">
      <dgm:prSet presAssocID="{4509C1F3-D17D-46DD-AF8A-B1012F71F96C}"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Laptop"/>
        </a:ext>
      </dgm:extLst>
    </dgm:pt>
    <dgm:pt modelId="{55263374-1721-4EA3-A15E-488302EE3150}" type="pres">
      <dgm:prSet presAssocID="{4509C1F3-D17D-46DD-AF8A-B1012F71F96C}" presName="spaceRect" presStyleCnt="0"/>
      <dgm:spPr/>
    </dgm:pt>
    <dgm:pt modelId="{6E2865B9-6EED-4FF6-B810-95D4ECE5380A}" type="pres">
      <dgm:prSet presAssocID="{4509C1F3-D17D-46DD-AF8A-B1012F71F96C}" presName="parTx" presStyleLbl="revTx" presStyleIdx="5" presStyleCnt="8">
        <dgm:presLayoutVars>
          <dgm:chMax val="0"/>
          <dgm:chPref val="0"/>
        </dgm:presLayoutVars>
      </dgm:prSet>
      <dgm:spPr/>
    </dgm:pt>
    <dgm:pt modelId="{AA63B788-E13F-4747-B4A9-01020CD51F3E}" type="pres">
      <dgm:prSet presAssocID="{883014C1-E42E-4655-9F2F-1129A9127BB3}" presName="sibTrans" presStyleCnt="0"/>
      <dgm:spPr/>
    </dgm:pt>
    <dgm:pt modelId="{1987E1BB-1A43-453E-8A34-9B115A5F007D}" type="pres">
      <dgm:prSet presAssocID="{C2FED1EE-FF65-479E-861B-7DF717EBD5B3}" presName="compNode" presStyleCnt="0"/>
      <dgm:spPr/>
    </dgm:pt>
    <dgm:pt modelId="{D8071AD3-6BCB-4C6C-8206-12D6AA084529}" type="pres">
      <dgm:prSet presAssocID="{C2FED1EE-FF65-479E-861B-7DF717EBD5B3}" presName="bgRect" presStyleLbl="bgShp" presStyleIdx="6" presStyleCnt="8"/>
      <dgm:spPr/>
    </dgm:pt>
    <dgm:pt modelId="{5DFF66A8-DA9E-42A3-85A8-CFA362A4342E}" type="pres">
      <dgm:prSet presAssocID="{C2FED1EE-FF65-479E-861B-7DF717EBD5B3}"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Classroom"/>
        </a:ext>
      </dgm:extLst>
    </dgm:pt>
    <dgm:pt modelId="{F5671069-D188-4062-99B4-4E3D4FBAC4D6}" type="pres">
      <dgm:prSet presAssocID="{C2FED1EE-FF65-479E-861B-7DF717EBD5B3}" presName="spaceRect" presStyleCnt="0"/>
      <dgm:spPr/>
    </dgm:pt>
    <dgm:pt modelId="{A229C7BE-677A-4934-9BA0-37BE669B9E06}" type="pres">
      <dgm:prSet presAssocID="{C2FED1EE-FF65-479E-861B-7DF717EBD5B3}" presName="parTx" presStyleLbl="revTx" presStyleIdx="6" presStyleCnt="8">
        <dgm:presLayoutVars>
          <dgm:chMax val="0"/>
          <dgm:chPref val="0"/>
        </dgm:presLayoutVars>
      </dgm:prSet>
      <dgm:spPr/>
    </dgm:pt>
    <dgm:pt modelId="{C6EFECAB-7804-4D42-8671-B99914902A68}" type="pres">
      <dgm:prSet presAssocID="{53715CB9-3E54-4FB5-8FC2-D2B93970138F}" presName="sibTrans" presStyleCnt="0"/>
      <dgm:spPr/>
    </dgm:pt>
    <dgm:pt modelId="{E34B5E88-B84A-4467-88D7-8AC1C59C5F1B}" type="pres">
      <dgm:prSet presAssocID="{FACDD02B-F092-46D6-B5E0-B5731A138A42}" presName="compNode" presStyleCnt="0"/>
      <dgm:spPr/>
    </dgm:pt>
    <dgm:pt modelId="{11CDE46A-C657-4D81-90A1-E61CD1C546B4}" type="pres">
      <dgm:prSet presAssocID="{FACDD02B-F092-46D6-B5E0-B5731A138A42}" presName="bgRect" presStyleLbl="bgShp" presStyleIdx="7" presStyleCnt="8"/>
      <dgm:spPr/>
    </dgm:pt>
    <dgm:pt modelId="{17824952-F044-47E0-AEC2-2DA7A2FD3F37}" type="pres">
      <dgm:prSet presAssocID="{FACDD02B-F092-46D6-B5E0-B5731A138A42}"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Video camera"/>
        </a:ext>
      </dgm:extLst>
    </dgm:pt>
    <dgm:pt modelId="{54412D8B-22C5-46E8-9521-3DF75610D3A4}" type="pres">
      <dgm:prSet presAssocID="{FACDD02B-F092-46D6-B5E0-B5731A138A42}" presName="spaceRect" presStyleCnt="0"/>
      <dgm:spPr/>
    </dgm:pt>
    <dgm:pt modelId="{61B8F437-787C-4F36-A3DD-5E31CE4CFD76}" type="pres">
      <dgm:prSet presAssocID="{FACDD02B-F092-46D6-B5E0-B5731A138A42}" presName="parTx" presStyleLbl="revTx" presStyleIdx="7" presStyleCnt="8">
        <dgm:presLayoutVars>
          <dgm:chMax val="0"/>
          <dgm:chPref val="0"/>
        </dgm:presLayoutVars>
      </dgm:prSet>
      <dgm:spPr/>
    </dgm:pt>
  </dgm:ptLst>
  <dgm:cxnLst>
    <dgm:cxn modelId="{8EE6E907-F5F3-431E-A371-BAB819559281}" type="presOf" srcId="{C2FED1EE-FF65-479E-861B-7DF717EBD5B3}" destId="{A229C7BE-677A-4934-9BA0-37BE669B9E06}" srcOrd="0" destOrd="0" presId="urn:microsoft.com/office/officeart/2018/2/layout/IconVerticalSolidList"/>
    <dgm:cxn modelId="{F4D5AC20-3E4B-4368-BCC8-86C9325CCCEA}" type="presOf" srcId="{5B2D0F55-C5C0-4D7A-9C19-C9D6816C6DA0}" destId="{9638D2F0-B802-4D46-A57F-F994BC7D21C6}" srcOrd="0" destOrd="0" presId="urn:microsoft.com/office/officeart/2018/2/layout/IconVerticalSolidList"/>
    <dgm:cxn modelId="{05011D33-CBA4-4ADB-BE54-2C5BB5162DBE}" type="presOf" srcId="{7C42063E-8C20-4348-96E7-66D4609323D1}" destId="{84479B6D-30EA-4B84-BA80-3D03DC2A1548}" srcOrd="0" destOrd="0" presId="urn:microsoft.com/office/officeart/2018/2/layout/IconVerticalSolidList"/>
    <dgm:cxn modelId="{CA4C7433-6688-4F64-AB76-907FCDE9506C}" srcId="{6B409AFB-91D0-469A-8780-B80FC533061F}" destId="{4509C1F3-D17D-46DD-AF8A-B1012F71F96C}" srcOrd="5" destOrd="0" parTransId="{DB4F6A8E-38E8-4B04-BA82-67E13CEC5B20}" sibTransId="{883014C1-E42E-4655-9F2F-1129A9127BB3}"/>
    <dgm:cxn modelId="{05A73834-0DCC-4C69-B211-07CA1E15B7B3}" type="presOf" srcId="{FACDD02B-F092-46D6-B5E0-B5731A138A42}" destId="{61B8F437-787C-4F36-A3DD-5E31CE4CFD76}" srcOrd="0" destOrd="0" presId="urn:microsoft.com/office/officeart/2018/2/layout/IconVerticalSolidList"/>
    <dgm:cxn modelId="{F02E7940-A390-4FA4-853C-747D9A71D618}" srcId="{6B409AFB-91D0-469A-8780-B80FC533061F}" destId="{FACDD02B-F092-46D6-B5E0-B5731A138A42}" srcOrd="7" destOrd="0" parTransId="{51A7588C-49C7-4820-B76B-74FCF5D366E3}" sibTransId="{81896F00-A4EF-4097-AB38-C9A2C69C0543}"/>
    <dgm:cxn modelId="{CD349940-3448-4904-A8EF-8390E3B4028E}" srcId="{6B409AFB-91D0-469A-8780-B80FC533061F}" destId="{614714D5-C378-415C-9102-E96255739A52}" srcOrd="1" destOrd="0" parTransId="{DD4AFB87-A486-43E2-98E2-367B56E3F6E6}" sibTransId="{FCF10312-0C97-4D54-B329-A100C70C4801}"/>
    <dgm:cxn modelId="{88B5B366-7975-4A40-BCF4-C7EE01B52DD1}" type="presOf" srcId="{E9BBAA9E-56D6-4367-91C9-6C8257C79EA8}" destId="{C1B51C69-A64F-4128-95E9-4D62059A43F9}" srcOrd="0" destOrd="0" presId="urn:microsoft.com/office/officeart/2018/2/layout/IconVerticalSolidList"/>
    <dgm:cxn modelId="{2BF69F6F-93DE-4B62-B9C2-F99458EC73CF}" srcId="{6B409AFB-91D0-469A-8780-B80FC533061F}" destId="{0576DCE8-C5F2-43F2-9631-212022F2EF87}" srcOrd="3" destOrd="0" parTransId="{92528FE7-4CDD-42DD-8FE6-773CBFA81CD8}" sibTransId="{0599E503-A6A2-40B8-B05C-DC8919508CBF}"/>
    <dgm:cxn modelId="{0C54EF71-3E2A-497A-A1CA-439726ED04CF}" srcId="{6B409AFB-91D0-469A-8780-B80FC533061F}" destId="{C2FED1EE-FF65-479E-861B-7DF717EBD5B3}" srcOrd="6" destOrd="0" parTransId="{23D7D51B-BA42-4CAA-BD5F-A24761A70A68}" sibTransId="{53715CB9-3E54-4FB5-8FC2-D2B93970138F}"/>
    <dgm:cxn modelId="{1C893ECC-6FC6-4465-8842-B7084CBD9779}" type="presOf" srcId="{6B409AFB-91D0-469A-8780-B80FC533061F}" destId="{B536104F-6264-48F3-B0D5-538C4C23AB72}" srcOrd="0" destOrd="0" presId="urn:microsoft.com/office/officeart/2018/2/layout/IconVerticalSolidList"/>
    <dgm:cxn modelId="{518987D0-2014-4F11-8039-E3117822B798}" type="presOf" srcId="{4509C1F3-D17D-46DD-AF8A-B1012F71F96C}" destId="{6E2865B9-6EED-4FF6-B810-95D4ECE5380A}" srcOrd="0" destOrd="0" presId="urn:microsoft.com/office/officeart/2018/2/layout/IconVerticalSolidList"/>
    <dgm:cxn modelId="{DD9157E0-58BC-4FBE-AD1D-9DFA8EA0A478}" srcId="{6B409AFB-91D0-469A-8780-B80FC533061F}" destId="{7C42063E-8C20-4348-96E7-66D4609323D1}" srcOrd="2" destOrd="0" parTransId="{E6E7904E-5E3C-41D6-AAB8-064595C4EA37}" sibTransId="{1D210704-0159-4DBD-9E8A-89991D4A3FDE}"/>
    <dgm:cxn modelId="{43A1CCF5-04FA-432F-8C76-C402D6E7C1F5}" type="presOf" srcId="{0576DCE8-C5F2-43F2-9631-212022F2EF87}" destId="{332031FD-C36B-4BE5-BADE-C5A3ED11A198}" srcOrd="0" destOrd="0" presId="urn:microsoft.com/office/officeart/2018/2/layout/IconVerticalSolidList"/>
    <dgm:cxn modelId="{FDA826F8-6B4F-4AFE-A3FC-4E5E5813A0A7}" srcId="{6B409AFB-91D0-469A-8780-B80FC533061F}" destId="{E9BBAA9E-56D6-4367-91C9-6C8257C79EA8}" srcOrd="4" destOrd="0" parTransId="{78E434C7-7462-4819-98C5-8466519FE42A}" sibTransId="{237D4894-3E98-476A-8E57-2DC9F861D6BE}"/>
    <dgm:cxn modelId="{7820EEF8-AEA2-42C3-8550-5CC309D0E9C6}" type="presOf" srcId="{614714D5-C378-415C-9102-E96255739A52}" destId="{968E100F-7BC9-48C6-9FFF-003708F86C8A}" srcOrd="0" destOrd="0" presId="urn:microsoft.com/office/officeart/2018/2/layout/IconVerticalSolidList"/>
    <dgm:cxn modelId="{7C0AA6FB-EC6B-47AA-848C-153509FF0251}" srcId="{6B409AFB-91D0-469A-8780-B80FC533061F}" destId="{5B2D0F55-C5C0-4D7A-9C19-C9D6816C6DA0}" srcOrd="0" destOrd="0" parTransId="{333FDAEC-3F6A-4C90-8DA3-6573C33FC231}" sibTransId="{D08796A9-D9BC-4801-9445-48C7847CE227}"/>
    <dgm:cxn modelId="{BD98E9A7-1652-4BEC-8B60-6004BC592D01}" type="presParOf" srcId="{B536104F-6264-48F3-B0D5-538C4C23AB72}" destId="{4C88E7F8-90A8-43FB-9F0B-30B001E23E4C}" srcOrd="0" destOrd="0" presId="urn:microsoft.com/office/officeart/2018/2/layout/IconVerticalSolidList"/>
    <dgm:cxn modelId="{BB4FA361-BE0D-4954-AC2A-6C2B864B53D3}" type="presParOf" srcId="{4C88E7F8-90A8-43FB-9F0B-30B001E23E4C}" destId="{48A43D13-2C5F-4F00-988E-947B04569DA0}" srcOrd="0" destOrd="0" presId="urn:microsoft.com/office/officeart/2018/2/layout/IconVerticalSolidList"/>
    <dgm:cxn modelId="{98F290DE-F747-4B94-9751-0AFEB85E17BF}" type="presParOf" srcId="{4C88E7F8-90A8-43FB-9F0B-30B001E23E4C}" destId="{77C52DE7-5926-409B-80C4-C680EA6BCC19}" srcOrd="1" destOrd="0" presId="urn:microsoft.com/office/officeart/2018/2/layout/IconVerticalSolidList"/>
    <dgm:cxn modelId="{EBC314AC-EFD8-42BD-9935-36EAC9A12987}" type="presParOf" srcId="{4C88E7F8-90A8-43FB-9F0B-30B001E23E4C}" destId="{FB8B6E94-51F9-448E-9242-3A7B33E71EFA}" srcOrd="2" destOrd="0" presId="urn:microsoft.com/office/officeart/2018/2/layout/IconVerticalSolidList"/>
    <dgm:cxn modelId="{5137988C-E68C-4C32-B360-9D81B9E2DB1F}" type="presParOf" srcId="{4C88E7F8-90A8-43FB-9F0B-30B001E23E4C}" destId="{9638D2F0-B802-4D46-A57F-F994BC7D21C6}" srcOrd="3" destOrd="0" presId="urn:microsoft.com/office/officeart/2018/2/layout/IconVerticalSolidList"/>
    <dgm:cxn modelId="{4D680FF2-7A9F-4E2F-A8F7-5E50A4C3E184}" type="presParOf" srcId="{B536104F-6264-48F3-B0D5-538C4C23AB72}" destId="{B9D032CC-A8E6-4A6E-B198-D9A9D0F6B671}" srcOrd="1" destOrd="0" presId="urn:microsoft.com/office/officeart/2018/2/layout/IconVerticalSolidList"/>
    <dgm:cxn modelId="{197FC3A3-98E4-4283-8D2E-DF76F18FCC7B}" type="presParOf" srcId="{B536104F-6264-48F3-B0D5-538C4C23AB72}" destId="{C4329085-1C5C-4870-B4AC-6B4264155307}" srcOrd="2" destOrd="0" presId="urn:microsoft.com/office/officeart/2018/2/layout/IconVerticalSolidList"/>
    <dgm:cxn modelId="{859495AF-9CFE-4F57-9C38-23EFC450F1A2}" type="presParOf" srcId="{C4329085-1C5C-4870-B4AC-6B4264155307}" destId="{86AC79BB-AF2A-48B5-BAAF-97C2119AF47E}" srcOrd="0" destOrd="0" presId="urn:microsoft.com/office/officeart/2018/2/layout/IconVerticalSolidList"/>
    <dgm:cxn modelId="{711A6706-A9C1-46D1-899E-46A3CF065277}" type="presParOf" srcId="{C4329085-1C5C-4870-B4AC-6B4264155307}" destId="{BCD7C5AE-8F10-4C89-A00B-E5A75C3B0AB8}" srcOrd="1" destOrd="0" presId="urn:microsoft.com/office/officeart/2018/2/layout/IconVerticalSolidList"/>
    <dgm:cxn modelId="{C688D769-07A9-49D7-AF7E-C68851BBEC49}" type="presParOf" srcId="{C4329085-1C5C-4870-B4AC-6B4264155307}" destId="{95B36316-4BC5-4DDA-BF7F-9986B75ED561}" srcOrd="2" destOrd="0" presId="urn:microsoft.com/office/officeart/2018/2/layout/IconVerticalSolidList"/>
    <dgm:cxn modelId="{97731849-0DE1-4DE6-9328-91A4F70F907B}" type="presParOf" srcId="{C4329085-1C5C-4870-B4AC-6B4264155307}" destId="{968E100F-7BC9-48C6-9FFF-003708F86C8A}" srcOrd="3" destOrd="0" presId="urn:microsoft.com/office/officeart/2018/2/layout/IconVerticalSolidList"/>
    <dgm:cxn modelId="{D828505F-8D31-4307-8749-B457C920BDFE}" type="presParOf" srcId="{B536104F-6264-48F3-B0D5-538C4C23AB72}" destId="{344ED270-9607-46DB-B786-58E04FDC0004}" srcOrd="3" destOrd="0" presId="urn:microsoft.com/office/officeart/2018/2/layout/IconVerticalSolidList"/>
    <dgm:cxn modelId="{A64CED6A-AE4B-4F7E-8047-CC33CD033F93}" type="presParOf" srcId="{B536104F-6264-48F3-B0D5-538C4C23AB72}" destId="{AB29CEFE-C88A-4554-8CFB-06B6E07CFC64}" srcOrd="4" destOrd="0" presId="urn:microsoft.com/office/officeart/2018/2/layout/IconVerticalSolidList"/>
    <dgm:cxn modelId="{EDC29CE8-7029-4F11-873A-139A03D1AF2A}" type="presParOf" srcId="{AB29CEFE-C88A-4554-8CFB-06B6E07CFC64}" destId="{0B8B31B3-FE1E-42F2-B52E-D5B9147DB957}" srcOrd="0" destOrd="0" presId="urn:microsoft.com/office/officeart/2018/2/layout/IconVerticalSolidList"/>
    <dgm:cxn modelId="{38619CCA-BFC3-4A45-9CFC-34AA37707D6C}" type="presParOf" srcId="{AB29CEFE-C88A-4554-8CFB-06B6E07CFC64}" destId="{A69ACD49-201B-40ED-B554-90B6348BE74D}" srcOrd="1" destOrd="0" presId="urn:microsoft.com/office/officeart/2018/2/layout/IconVerticalSolidList"/>
    <dgm:cxn modelId="{09D532F1-B471-49EF-9B5E-C020979E665A}" type="presParOf" srcId="{AB29CEFE-C88A-4554-8CFB-06B6E07CFC64}" destId="{50B21369-7165-44FD-997A-3118F66D3E60}" srcOrd="2" destOrd="0" presId="urn:microsoft.com/office/officeart/2018/2/layout/IconVerticalSolidList"/>
    <dgm:cxn modelId="{62504995-E145-42C2-A56E-8A8A707C3D9D}" type="presParOf" srcId="{AB29CEFE-C88A-4554-8CFB-06B6E07CFC64}" destId="{84479B6D-30EA-4B84-BA80-3D03DC2A1548}" srcOrd="3" destOrd="0" presId="urn:microsoft.com/office/officeart/2018/2/layout/IconVerticalSolidList"/>
    <dgm:cxn modelId="{A3F6E0D8-D02C-4B37-99FD-FD9FDD192BF0}" type="presParOf" srcId="{B536104F-6264-48F3-B0D5-538C4C23AB72}" destId="{F84BD3D7-80AB-4A4E-A76A-FFB80F55807B}" srcOrd="5" destOrd="0" presId="urn:microsoft.com/office/officeart/2018/2/layout/IconVerticalSolidList"/>
    <dgm:cxn modelId="{A70818DA-E05B-4913-BB47-44D82BE62D14}" type="presParOf" srcId="{B536104F-6264-48F3-B0D5-538C4C23AB72}" destId="{00F1DFDE-CA9C-4CBE-92D6-73EC16110C3B}" srcOrd="6" destOrd="0" presId="urn:microsoft.com/office/officeart/2018/2/layout/IconVerticalSolidList"/>
    <dgm:cxn modelId="{9559B9FD-AD77-4F45-96A6-B15E1153920D}" type="presParOf" srcId="{00F1DFDE-CA9C-4CBE-92D6-73EC16110C3B}" destId="{B482549B-1465-4B95-AE75-DFB9A38CCB00}" srcOrd="0" destOrd="0" presId="urn:microsoft.com/office/officeart/2018/2/layout/IconVerticalSolidList"/>
    <dgm:cxn modelId="{68152AC5-0618-4E60-B59C-F17D43EE6D63}" type="presParOf" srcId="{00F1DFDE-CA9C-4CBE-92D6-73EC16110C3B}" destId="{3001B530-79AC-4945-B61C-016C50BC8946}" srcOrd="1" destOrd="0" presId="urn:microsoft.com/office/officeart/2018/2/layout/IconVerticalSolidList"/>
    <dgm:cxn modelId="{1D4165FC-A671-4171-8F71-1092BA395F3F}" type="presParOf" srcId="{00F1DFDE-CA9C-4CBE-92D6-73EC16110C3B}" destId="{2CD85EE6-8327-4281-9F28-B338F637C559}" srcOrd="2" destOrd="0" presId="urn:microsoft.com/office/officeart/2018/2/layout/IconVerticalSolidList"/>
    <dgm:cxn modelId="{56D1A498-93B1-4E71-98F5-F63752C75328}" type="presParOf" srcId="{00F1DFDE-CA9C-4CBE-92D6-73EC16110C3B}" destId="{332031FD-C36B-4BE5-BADE-C5A3ED11A198}" srcOrd="3" destOrd="0" presId="urn:microsoft.com/office/officeart/2018/2/layout/IconVerticalSolidList"/>
    <dgm:cxn modelId="{865B2FE2-F144-432F-949F-2815A3E9A952}" type="presParOf" srcId="{B536104F-6264-48F3-B0D5-538C4C23AB72}" destId="{D02172CF-CEE3-4881-B4E6-EA687599F425}" srcOrd="7" destOrd="0" presId="urn:microsoft.com/office/officeart/2018/2/layout/IconVerticalSolidList"/>
    <dgm:cxn modelId="{3AEA8C56-59D6-46DF-A3A8-538F7F07F98D}" type="presParOf" srcId="{B536104F-6264-48F3-B0D5-538C4C23AB72}" destId="{1638D8A8-1B7D-4656-A456-08BB374B7F1F}" srcOrd="8" destOrd="0" presId="urn:microsoft.com/office/officeart/2018/2/layout/IconVerticalSolidList"/>
    <dgm:cxn modelId="{01C47B8C-3226-4F1B-A710-DC3D2038F326}" type="presParOf" srcId="{1638D8A8-1B7D-4656-A456-08BB374B7F1F}" destId="{F86124E1-6BE6-47F4-AD8E-96F7FAA01BEA}" srcOrd="0" destOrd="0" presId="urn:microsoft.com/office/officeart/2018/2/layout/IconVerticalSolidList"/>
    <dgm:cxn modelId="{5260C6C4-68EB-468B-BD44-AAC4BC672468}" type="presParOf" srcId="{1638D8A8-1B7D-4656-A456-08BB374B7F1F}" destId="{A0577F3B-3C47-498E-97D6-2279C0CD7FD1}" srcOrd="1" destOrd="0" presId="urn:microsoft.com/office/officeart/2018/2/layout/IconVerticalSolidList"/>
    <dgm:cxn modelId="{EF0C78C1-B0D8-4193-AFBE-BFB0D11DF415}" type="presParOf" srcId="{1638D8A8-1B7D-4656-A456-08BB374B7F1F}" destId="{AE88F032-A937-4AA6-AB6A-FC4D8A796680}" srcOrd="2" destOrd="0" presId="urn:microsoft.com/office/officeart/2018/2/layout/IconVerticalSolidList"/>
    <dgm:cxn modelId="{643BFFA7-D2A6-4E21-908E-3D588B66194C}" type="presParOf" srcId="{1638D8A8-1B7D-4656-A456-08BB374B7F1F}" destId="{C1B51C69-A64F-4128-95E9-4D62059A43F9}" srcOrd="3" destOrd="0" presId="urn:microsoft.com/office/officeart/2018/2/layout/IconVerticalSolidList"/>
    <dgm:cxn modelId="{4EB0AF56-E597-476B-8224-3349BF20C3A0}" type="presParOf" srcId="{B536104F-6264-48F3-B0D5-538C4C23AB72}" destId="{700246FE-F06F-44F5-B0F6-60F58E895B04}" srcOrd="9" destOrd="0" presId="urn:microsoft.com/office/officeart/2018/2/layout/IconVerticalSolidList"/>
    <dgm:cxn modelId="{5BC7661E-723A-4B21-B6E4-B24C120BAABE}" type="presParOf" srcId="{B536104F-6264-48F3-B0D5-538C4C23AB72}" destId="{895B6B83-08D5-4406-BC91-B93F8DEA7699}" srcOrd="10" destOrd="0" presId="urn:microsoft.com/office/officeart/2018/2/layout/IconVerticalSolidList"/>
    <dgm:cxn modelId="{11ECCD97-06EE-4F6C-9902-3A3BFEA11A66}" type="presParOf" srcId="{895B6B83-08D5-4406-BC91-B93F8DEA7699}" destId="{227DB7BE-1360-4875-A65D-A9AFB6F832D8}" srcOrd="0" destOrd="0" presId="urn:microsoft.com/office/officeart/2018/2/layout/IconVerticalSolidList"/>
    <dgm:cxn modelId="{BD1A72D6-0CB9-4E57-9A8C-F4F8B71C7804}" type="presParOf" srcId="{895B6B83-08D5-4406-BC91-B93F8DEA7699}" destId="{48FECE9C-99B3-47A9-8BA6-4B9965558A3E}" srcOrd="1" destOrd="0" presId="urn:microsoft.com/office/officeart/2018/2/layout/IconVerticalSolidList"/>
    <dgm:cxn modelId="{241721F8-DD63-4458-8524-AD0080D5538C}" type="presParOf" srcId="{895B6B83-08D5-4406-BC91-B93F8DEA7699}" destId="{55263374-1721-4EA3-A15E-488302EE3150}" srcOrd="2" destOrd="0" presId="urn:microsoft.com/office/officeart/2018/2/layout/IconVerticalSolidList"/>
    <dgm:cxn modelId="{22B8F19B-9A1D-4C67-A215-28CA043F8237}" type="presParOf" srcId="{895B6B83-08D5-4406-BC91-B93F8DEA7699}" destId="{6E2865B9-6EED-4FF6-B810-95D4ECE5380A}" srcOrd="3" destOrd="0" presId="urn:microsoft.com/office/officeart/2018/2/layout/IconVerticalSolidList"/>
    <dgm:cxn modelId="{7356B170-AF2E-4F71-8782-E78BD95D4B28}" type="presParOf" srcId="{B536104F-6264-48F3-B0D5-538C4C23AB72}" destId="{AA63B788-E13F-4747-B4A9-01020CD51F3E}" srcOrd="11" destOrd="0" presId="urn:microsoft.com/office/officeart/2018/2/layout/IconVerticalSolidList"/>
    <dgm:cxn modelId="{0D1A8536-AB3B-4856-A651-D899272D527C}" type="presParOf" srcId="{B536104F-6264-48F3-B0D5-538C4C23AB72}" destId="{1987E1BB-1A43-453E-8A34-9B115A5F007D}" srcOrd="12" destOrd="0" presId="urn:microsoft.com/office/officeart/2018/2/layout/IconVerticalSolidList"/>
    <dgm:cxn modelId="{B7D70C46-988B-4E52-96BA-842C3A71A55F}" type="presParOf" srcId="{1987E1BB-1A43-453E-8A34-9B115A5F007D}" destId="{D8071AD3-6BCB-4C6C-8206-12D6AA084529}" srcOrd="0" destOrd="0" presId="urn:microsoft.com/office/officeart/2018/2/layout/IconVerticalSolidList"/>
    <dgm:cxn modelId="{A58CBB05-73E6-4963-8264-9A2AED6CAB03}" type="presParOf" srcId="{1987E1BB-1A43-453E-8A34-9B115A5F007D}" destId="{5DFF66A8-DA9E-42A3-85A8-CFA362A4342E}" srcOrd="1" destOrd="0" presId="urn:microsoft.com/office/officeart/2018/2/layout/IconVerticalSolidList"/>
    <dgm:cxn modelId="{2EEEB340-CBC5-476A-932C-7CED414B555B}" type="presParOf" srcId="{1987E1BB-1A43-453E-8A34-9B115A5F007D}" destId="{F5671069-D188-4062-99B4-4E3D4FBAC4D6}" srcOrd="2" destOrd="0" presId="urn:microsoft.com/office/officeart/2018/2/layout/IconVerticalSolidList"/>
    <dgm:cxn modelId="{89033379-4ED9-45B8-8B46-6BDAE8D432E8}" type="presParOf" srcId="{1987E1BB-1A43-453E-8A34-9B115A5F007D}" destId="{A229C7BE-677A-4934-9BA0-37BE669B9E06}" srcOrd="3" destOrd="0" presId="urn:microsoft.com/office/officeart/2018/2/layout/IconVerticalSolidList"/>
    <dgm:cxn modelId="{49BE95FF-2E7E-40F0-85CC-412B543E0F1C}" type="presParOf" srcId="{B536104F-6264-48F3-B0D5-538C4C23AB72}" destId="{C6EFECAB-7804-4D42-8671-B99914902A68}" srcOrd="13" destOrd="0" presId="urn:microsoft.com/office/officeart/2018/2/layout/IconVerticalSolidList"/>
    <dgm:cxn modelId="{0358B346-EDE1-485D-A352-2ED29C41DF1A}" type="presParOf" srcId="{B536104F-6264-48F3-B0D5-538C4C23AB72}" destId="{E34B5E88-B84A-4467-88D7-8AC1C59C5F1B}" srcOrd="14" destOrd="0" presId="urn:microsoft.com/office/officeart/2018/2/layout/IconVerticalSolidList"/>
    <dgm:cxn modelId="{BC1A5384-1153-4A4A-ADEB-D3F96C5E7534}" type="presParOf" srcId="{E34B5E88-B84A-4467-88D7-8AC1C59C5F1B}" destId="{11CDE46A-C657-4D81-90A1-E61CD1C546B4}" srcOrd="0" destOrd="0" presId="urn:microsoft.com/office/officeart/2018/2/layout/IconVerticalSolidList"/>
    <dgm:cxn modelId="{FD109254-0679-4442-A8A5-295451297070}" type="presParOf" srcId="{E34B5E88-B84A-4467-88D7-8AC1C59C5F1B}" destId="{17824952-F044-47E0-AEC2-2DA7A2FD3F37}" srcOrd="1" destOrd="0" presId="urn:microsoft.com/office/officeart/2018/2/layout/IconVerticalSolidList"/>
    <dgm:cxn modelId="{F603F1E9-D716-4177-9F1C-B76273A49650}" type="presParOf" srcId="{E34B5E88-B84A-4467-88D7-8AC1C59C5F1B}" destId="{54412D8B-22C5-46E8-9521-3DF75610D3A4}" srcOrd="2" destOrd="0" presId="urn:microsoft.com/office/officeart/2018/2/layout/IconVerticalSolidList"/>
    <dgm:cxn modelId="{65B3E936-AD06-4721-B2F1-77C2DB5F1421}" type="presParOf" srcId="{E34B5E88-B84A-4467-88D7-8AC1C59C5F1B}" destId="{61B8F437-787C-4F36-A3DD-5E31CE4CFD7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BBE24-D7D8-4302-A26A-C367D9FC5FDD}">
      <dsp:nvSpPr>
        <dsp:cNvPr id="0" name=""/>
        <dsp:cNvSpPr/>
      </dsp:nvSpPr>
      <dsp:spPr>
        <a:xfrm>
          <a:off x="3594" y="229666"/>
          <a:ext cx="1946002" cy="11676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Objective </a:t>
          </a:r>
        </a:p>
      </dsp:txBody>
      <dsp:txXfrm>
        <a:off x="3594" y="229666"/>
        <a:ext cx="1946002" cy="1167601"/>
      </dsp:txXfrm>
    </dsp:sp>
    <dsp:sp modelId="{02BABFA1-AF56-48CC-B687-6885D267C7BC}">
      <dsp:nvSpPr>
        <dsp:cNvPr id="0" name=""/>
        <dsp:cNvSpPr/>
      </dsp:nvSpPr>
      <dsp:spPr>
        <a:xfrm>
          <a:off x="2144196" y="229666"/>
          <a:ext cx="1946002" cy="11676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About Rummy </a:t>
          </a:r>
        </a:p>
      </dsp:txBody>
      <dsp:txXfrm>
        <a:off x="2144196" y="229666"/>
        <a:ext cx="1946002" cy="1167601"/>
      </dsp:txXfrm>
    </dsp:sp>
    <dsp:sp modelId="{495FA482-34ED-44E3-A8AF-1370B1AE03E0}">
      <dsp:nvSpPr>
        <dsp:cNvPr id="0" name=""/>
        <dsp:cNvSpPr/>
      </dsp:nvSpPr>
      <dsp:spPr>
        <a:xfrm>
          <a:off x="4284798" y="229666"/>
          <a:ext cx="1946002" cy="11676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Problem statement </a:t>
          </a:r>
        </a:p>
      </dsp:txBody>
      <dsp:txXfrm>
        <a:off x="4284798" y="229666"/>
        <a:ext cx="1946002" cy="1167601"/>
      </dsp:txXfrm>
    </dsp:sp>
    <dsp:sp modelId="{DD61B1BE-A94E-413B-851D-32B3BEA59C27}">
      <dsp:nvSpPr>
        <dsp:cNvPr id="0" name=""/>
        <dsp:cNvSpPr/>
      </dsp:nvSpPr>
      <dsp:spPr>
        <a:xfrm>
          <a:off x="6425401" y="229666"/>
          <a:ext cx="1946002" cy="11676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Why Rummy?</a:t>
          </a:r>
        </a:p>
      </dsp:txBody>
      <dsp:txXfrm>
        <a:off x="6425401" y="229666"/>
        <a:ext cx="1946002" cy="1167601"/>
      </dsp:txXfrm>
    </dsp:sp>
    <dsp:sp modelId="{014ADB00-6A58-4242-ABD0-86563F614397}">
      <dsp:nvSpPr>
        <dsp:cNvPr id="0" name=""/>
        <dsp:cNvSpPr/>
      </dsp:nvSpPr>
      <dsp:spPr>
        <a:xfrm>
          <a:off x="8566003" y="229666"/>
          <a:ext cx="1946002" cy="11676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Solution methodology </a:t>
          </a:r>
        </a:p>
      </dsp:txBody>
      <dsp:txXfrm>
        <a:off x="8566003" y="229666"/>
        <a:ext cx="1946002" cy="1167601"/>
      </dsp:txXfrm>
    </dsp:sp>
    <dsp:sp modelId="{FDE0A27E-CE4A-4CBC-8256-B43956B69560}">
      <dsp:nvSpPr>
        <dsp:cNvPr id="0" name=""/>
        <dsp:cNvSpPr/>
      </dsp:nvSpPr>
      <dsp:spPr>
        <a:xfrm>
          <a:off x="3594" y="1591868"/>
          <a:ext cx="1946002" cy="11676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Experimental Framework </a:t>
          </a:r>
        </a:p>
      </dsp:txBody>
      <dsp:txXfrm>
        <a:off x="3594" y="1591868"/>
        <a:ext cx="1946002" cy="1167601"/>
      </dsp:txXfrm>
    </dsp:sp>
    <dsp:sp modelId="{DBEFF299-E4D9-4774-9885-6713B74F64AC}">
      <dsp:nvSpPr>
        <dsp:cNvPr id="0" name=""/>
        <dsp:cNvSpPr/>
      </dsp:nvSpPr>
      <dsp:spPr>
        <a:xfrm>
          <a:off x="2144196" y="1591868"/>
          <a:ext cx="1946002" cy="11676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Process, Challenges, and Lessons</a:t>
          </a:r>
        </a:p>
      </dsp:txBody>
      <dsp:txXfrm>
        <a:off x="2144196" y="1591868"/>
        <a:ext cx="1946002" cy="1167601"/>
      </dsp:txXfrm>
    </dsp:sp>
    <dsp:sp modelId="{2E066C4E-EF0D-41E2-9F25-AB333E0CF505}">
      <dsp:nvSpPr>
        <dsp:cNvPr id="0" name=""/>
        <dsp:cNvSpPr/>
      </dsp:nvSpPr>
      <dsp:spPr>
        <a:xfrm>
          <a:off x="4284798" y="1591868"/>
          <a:ext cx="1946002" cy="11676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Timeline </a:t>
          </a:r>
        </a:p>
      </dsp:txBody>
      <dsp:txXfrm>
        <a:off x="4284798" y="1591868"/>
        <a:ext cx="1946002" cy="1167601"/>
      </dsp:txXfrm>
    </dsp:sp>
    <dsp:sp modelId="{58D5FE60-B2C8-46DF-8877-260F1A35DFCB}">
      <dsp:nvSpPr>
        <dsp:cNvPr id="0" name=""/>
        <dsp:cNvSpPr/>
      </dsp:nvSpPr>
      <dsp:spPr>
        <a:xfrm>
          <a:off x="6425401" y="1591868"/>
          <a:ext cx="1946002" cy="11676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Our Code</a:t>
          </a:r>
        </a:p>
      </dsp:txBody>
      <dsp:txXfrm>
        <a:off x="6425401" y="1591868"/>
        <a:ext cx="1946002" cy="1167601"/>
      </dsp:txXfrm>
    </dsp:sp>
    <dsp:sp modelId="{2BF7990C-A12C-426F-AA4D-A12A28F153C3}">
      <dsp:nvSpPr>
        <dsp:cNvPr id="0" name=""/>
        <dsp:cNvSpPr/>
      </dsp:nvSpPr>
      <dsp:spPr>
        <a:xfrm>
          <a:off x="8566003" y="1591868"/>
          <a:ext cx="1946002" cy="11676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Results</a:t>
          </a:r>
        </a:p>
      </dsp:txBody>
      <dsp:txXfrm>
        <a:off x="8566003" y="1591868"/>
        <a:ext cx="1946002" cy="1167601"/>
      </dsp:txXfrm>
    </dsp:sp>
    <dsp:sp modelId="{A126D2E0-3080-4D45-83B2-C64771801D3C}">
      <dsp:nvSpPr>
        <dsp:cNvPr id="0" name=""/>
        <dsp:cNvSpPr/>
      </dsp:nvSpPr>
      <dsp:spPr>
        <a:xfrm>
          <a:off x="2144196" y="2954069"/>
          <a:ext cx="1946002" cy="11676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CA" sz="2000" kern="1200"/>
            <a:t>Conclusion and Future work </a:t>
          </a:r>
          <a:endParaRPr lang="en-US" sz="2000" kern="1200"/>
        </a:p>
      </dsp:txBody>
      <dsp:txXfrm>
        <a:off x="2144196" y="2954069"/>
        <a:ext cx="1946002" cy="1167601"/>
      </dsp:txXfrm>
    </dsp:sp>
    <dsp:sp modelId="{D8F07C9E-EE56-457F-943E-9253E9CDCA0F}">
      <dsp:nvSpPr>
        <dsp:cNvPr id="0" name=""/>
        <dsp:cNvSpPr/>
      </dsp:nvSpPr>
      <dsp:spPr>
        <a:xfrm>
          <a:off x="4284798" y="2954069"/>
          <a:ext cx="1946002" cy="11676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CA" sz="2000" kern="1200"/>
            <a:t>Development Tools &amp; External Materials</a:t>
          </a:r>
          <a:endParaRPr lang="en-US" sz="2000" kern="1200"/>
        </a:p>
      </dsp:txBody>
      <dsp:txXfrm>
        <a:off x="4284798" y="2954069"/>
        <a:ext cx="1946002" cy="1167601"/>
      </dsp:txXfrm>
    </dsp:sp>
    <dsp:sp modelId="{741FD492-8A2F-4935-B776-41950BF8578C}">
      <dsp:nvSpPr>
        <dsp:cNvPr id="0" name=""/>
        <dsp:cNvSpPr/>
      </dsp:nvSpPr>
      <dsp:spPr>
        <a:xfrm>
          <a:off x="6425401" y="2954069"/>
          <a:ext cx="1946002" cy="116760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CA" sz="2000" kern="1200"/>
            <a:t>Thank you </a:t>
          </a:r>
          <a:endParaRPr lang="en-US" sz="2000" kern="1200"/>
        </a:p>
      </dsp:txBody>
      <dsp:txXfrm>
        <a:off x="6425401" y="2954069"/>
        <a:ext cx="1946002" cy="11676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E8CF30-4E91-4DDE-A71C-2E24036993E1}">
      <dsp:nvSpPr>
        <dsp:cNvPr id="0" name=""/>
        <dsp:cNvSpPr/>
      </dsp:nvSpPr>
      <dsp:spPr>
        <a:xfrm>
          <a:off x="709" y="72581"/>
          <a:ext cx="2766528" cy="1659916"/>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To program a fully functionable rummy card game</a:t>
          </a:r>
        </a:p>
      </dsp:txBody>
      <dsp:txXfrm>
        <a:off x="709" y="72581"/>
        <a:ext cx="2766528" cy="1659916"/>
      </dsp:txXfrm>
    </dsp:sp>
    <dsp:sp modelId="{6F6D481E-822D-46BD-8ECF-11C28D731B0E}">
      <dsp:nvSpPr>
        <dsp:cNvPr id="0" name=""/>
        <dsp:cNvSpPr/>
      </dsp:nvSpPr>
      <dsp:spPr>
        <a:xfrm>
          <a:off x="3043890" y="72581"/>
          <a:ext cx="2766528" cy="1659916"/>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a:t>Including...</a:t>
          </a:r>
          <a:endParaRPr lang="en-US" sz="2600" kern="1200"/>
        </a:p>
      </dsp:txBody>
      <dsp:txXfrm>
        <a:off x="3043890" y="72581"/>
        <a:ext cx="2766528" cy="1659916"/>
      </dsp:txXfrm>
    </dsp:sp>
    <dsp:sp modelId="{EB0BC247-5EB8-4AE5-B370-04698FE13644}">
      <dsp:nvSpPr>
        <dsp:cNvPr id="0" name=""/>
        <dsp:cNvSpPr/>
      </dsp:nvSpPr>
      <dsp:spPr>
        <a:xfrm>
          <a:off x="709" y="2009151"/>
          <a:ext cx="2766528" cy="1659916"/>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User friendly interface</a:t>
          </a:r>
        </a:p>
      </dsp:txBody>
      <dsp:txXfrm>
        <a:off x="709" y="2009151"/>
        <a:ext cx="2766528" cy="1659916"/>
      </dsp:txXfrm>
    </dsp:sp>
    <dsp:sp modelId="{5F4FEE26-A0A7-47A2-8C3C-C6763EA23FC8}">
      <dsp:nvSpPr>
        <dsp:cNvPr id="0" name=""/>
        <dsp:cNvSpPr/>
      </dsp:nvSpPr>
      <dsp:spPr>
        <a:xfrm>
          <a:off x="3043890" y="2009151"/>
          <a:ext cx="2766528" cy="1659916"/>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Computer logic</a:t>
          </a:r>
        </a:p>
      </dsp:txBody>
      <dsp:txXfrm>
        <a:off x="3043890" y="2009151"/>
        <a:ext cx="2766528" cy="1659916"/>
      </dsp:txXfrm>
    </dsp:sp>
    <dsp:sp modelId="{82009E9C-9440-4FDA-B923-F041B58F1FC1}">
      <dsp:nvSpPr>
        <dsp:cNvPr id="0" name=""/>
        <dsp:cNvSpPr/>
      </dsp:nvSpPr>
      <dsp:spPr>
        <a:xfrm>
          <a:off x="709" y="3945720"/>
          <a:ext cx="2766528" cy="1659916"/>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Smooth transition between player and computer</a:t>
          </a:r>
        </a:p>
      </dsp:txBody>
      <dsp:txXfrm>
        <a:off x="709" y="3945720"/>
        <a:ext cx="2766528" cy="1659916"/>
      </dsp:txXfrm>
    </dsp:sp>
    <dsp:sp modelId="{BCE814FB-49F7-4B50-8605-C822843D84FB}">
      <dsp:nvSpPr>
        <dsp:cNvPr id="0" name=""/>
        <dsp:cNvSpPr/>
      </dsp:nvSpPr>
      <dsp:spPr>
        <a:xfrm>
          <a:off x="3043890" y="3945720"/>
          <a:ext cx="2766528" cy="1659916"/>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a:t>A stats board at the end of a game</a:t>
          </a:r>
        </a:p>
      </dsp:txBody>
      <dsp:txXfrm>
        <a:off x="3043890" y="3945720"/>
        <a:ext cx="2766528" cy="16599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D22A61-F97A-4F46-9ACB-66BB0FF210A6}">
      <dsp:nvSpPr>
        <dsp:cNvPr id="0" name=""/>
        <dsp:cNvSpPr/>
      </dsp:nvSpPr>
      <dsp:spPr>
        <a:xfrm>
          <a:off x="0" y="675"/>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9F061B-26A0-4CB3-B076-767AB0C4C2AD}">
      <dsp:nvSpPr>
        <dsp:cNvPr id="0" name=""/>
        <dsp:cNvSpPr/>
      </dsp:nvSpPr>
      <dsp:spPr>
        <a:xfrm>
          <a:off x="0" y="675"/>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How do we simulate a card game between the user and the computer?</a:t>
          </a:r>
        </a:p>
      </dsp:txBody>
      <dsp:txXfrm>
        <a:off x="0" y="675"/>
        <a:ext cx="6900512" cy="1106957"/>
      </dsp:txXfrm>
    </dsp:sp>
    <dsp:sp modelId="{6BC16518-CAE1-4CE9-8B2A-873C1A6865E4}">
      <dsp:nvSpPr>
        <dsp:cNvPr id="0" name=""/>
        <dsp:cNvSpPr/>
      </dsp:nvSpPr>
      <dsp:spPr>
        <a:xfrm>
          <a:off x="0" y="1107633"/>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B0FAFE-1E33-4738-8BF6-D97964997BA5}">
      <dsp:nvSpPr>
        <dsp:cNvPr id="0" name=""/>
        <dsp:cNvSpPr/>
      </dsp:nvSpPr>
      <dsp:spPr>
        <a:xfrm>
          <a:off x="0" y="1107633"/>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1" kern="1200"/>
            <a:t>Questions</a:t>
          </a:r>
          <a:endParaRPr lang="en-US" sz="3100" kern="1200"/>
        </a:p>
      </dsp:txBody>
      <dsp:txXfrm>
        <a:off x="0" y="1107633"/>
        <a:ext cx="6900512" cy="1106957"/>
      </dsp:txXfrm>
    </dsp:sp>
    <dsp:sp modelId="{36D9DE07-532B-4C13-9A8D-AC98595D0358}">
      <dsp:nvSpPr>
        <dsp:cNvPr id="0" name=""/>
        <dsp:cNvSpPr/>
      </dsp:nvSpPr>
      <dsp:spPr>
        <a:xfrm>
          <a:off x="0" y="2214591"/>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55E79E-10AF-4E24-8C0A-A956726B5C4D}">
      <dsp:nvSpPr>
        <dsp:cNvPr id="0" name=""/>
        <dsp:cNvSpPr/>
      </dsp:nvSpPr>
      <dsp:spPr>
        <a:xfrm>
          <a:off x="0" y="2214591"/>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What structures will we use to create logical meld and layoff functions?</a:t>
          </a:r>
        </a:p>
      </dsp:txBody>
      <dsp:txXfrm>
        <a:off x="0" y="2214591"/>
        <a:ext cx="6900512" cy="1106957"/>
      </dsp:txXfrm>
    </dsp:sp>
    <dsp:sp modelId="{9338FCF8-D515-4282-86F3-1778249B07CC}">
      <dsp:nvSpPr>
        <dsp:cNvPr id="0" name=""/>
        <dsp:cNvSpPr/>
      </dsp:nvSpPr>
      <dsp:spPr>
        <a:xfrm>
          <a:off x="0" y="3321549"/>
          <a:ext cx="6900512"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CD25D5-2966-417F-BA70-987A43100804}">
      <dsp:nvSpPr>
        <dsp:cNvPr id="0" name=""/>
        <dsp:cNvSpPr/>
      </dsp:nvSpPr>
      <dsp:spPr>
        <a:xfrm>
          <a:off x="0" y="3321549"/>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How will we simulate computer logic?</a:t>
          </a:r>
        </a:p>
      </dsp:txBody>
      <dsp:txXfrm>
        <a:off x="0" y="3321549"/>
        <a:ext cx="6900512" cy="1106957"/>
      </dsp:txXfrm>
    </dsp:sp>
    <dsp:sp modelId="{2F06A325-012F-45A6-8348-F8460B74E511}">
      <dsp:nvSpPr>
        <dsp:cNvPr id="0" name=""/>
        <dsp:cNvSpPr/>
      </dsp:nvSpPr>
      <dsp:spPr>
        <a:xfrm>
          <a:off x="0" y="4428507"/>
          <a:ext cx="6900512"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2ABB25-37AB-492A-92D5-5AF77641051C}">
      <dsp:nvSpPr>
        <dsp:cNvPr id="0" name=""/>
        <dsp:cNvSpPr/>
      </dsp:nvSpPr>
      <dsp:spPr>
        <a:xfrm>
          <a:off x="0" y="4428507"/>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How do we create a visually appealing user interface without graphics?</a:t>
          </a:r>
        </a:p>
      </dsp:txBody>
      <dsp:txXfrm>
        <a:off x="0" y="4428507"/>
        <a:ext cx="6900512" cy="11069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BF49E8-39C2-49FB-95C6-40E3D130C9F1}">
      <dsp:nvSpPr>
        <dsp:cNvPr id="0" name=""/>
        <dsp:cNvSpPr/>
      </dsp:nvSpPr>
      <dsp:spPr>
        <a:xfrm>
          <a:off x="0" y="140970"/>
          <a:ext cx="6900512" cy="167075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a:t>Strikes a balance between simplicity and complexity</a:t>
          </a:r>
        </a:p>
      </dsp:txBody>
      <dsp:txXfrm>
        <a:off x="81560" y="222530"/>
        <a:ext cx="6737392" cy="1507639"/>
      </dsp:txXfrm>
    </dsp:sp>
    <dsp:sp modelId="{AE8596A2-3077-4CE3-8DC7-10F266924D84}">
      <dsp:nvSpPr>
        <dsp:cNvPr id="0" name=""/>
        <dsp:cNvSpPr/>
      </dsp:nvSpPr>
      <dsp:spPr>
        <a:xfrm>
          <a:off x="0" y="1932690"/>
          <a:ext cx="6900512" cy="1670759"/>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a:t>Challenging but not 'impossible'</a:t>
          </a:r>
        </a:p>
      </dsp:txBody>
      <dsp:txXfrm>
        <a:off x="81560" y="2014250"/>
        <a:ext cx="6737392" cy="1507639"/>
      </dsp:txXfrm>
    </dsp:sp>
    <dsp:sp modelId="{764D08C0-1ADC-4A6E-9333-B471B7F18413}">
      <dsp:nvSpPr>
        <dsp:cNvPr id="0" name=""/>
        <dsp:cNvSpPr/>
      </dsp:nvSpPr>
      <dsp:spPr>
        <a:xfrm>
          <a:off x="0" y="3724410"/>
          <a:ext cx="6900512" cy="1670759"/>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a:t>Incorporates user input and internal decision-making</a:t>
          </a:r>
        </a:p>
      </dsp:txBody>
      <dsp:txXfrm>
        <a:off x="81560" y="3805970"/>
        <a:ext cx="6737392" cy="15076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0DCE54-DE49-47E8-B72F-802620E24F1F}">
      <dsp:nvSpPr>
        <dsp:cNvPr id="0" name=""/>
        <dsp:cNvSpPr/>
      </dsp:nvSpPr>
      <dsp:spPr>
        <a:xfrm>
          <a:off x="3201" y="9982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4C712D-BB48-45ED-B561-EBE1F181B1E9}">
      <dsp:nvSpPr>
        <dsp:cNvPr id="0" name=""/>
        <dsp:cNvSpPr/>
      </dsp:nvSpPr>
      <dsp:spPr>
        <a:xfrm>
          <a:off x="257188"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i="0" kern="1200" baseline="0"/>
            <a:t>User Interface + Setup</a:t>
          </a:r>
          <a:endParaRPr lang="en-US" sz="2100" kern="1200"/>
        </a:p>
      </dsp:txBody>
      <dsp:txXfrm>
        <a:off x="299702" y="1282093"/>
        <a:ext cx="2200851" cy="1366505"/>
      </dsp:txXfrm>
    </dsp:sp>
    <dsp:sp modelId="{A15EA5F4-6308-4AC6-919D-E818303D8C74}">
      <dsp:nvSpPr>
        <dsp:cNvPr id="0" name=""/>
        <dsp:cNvSpPr/>
      </dsp:nvSpPr>
      <dsp:spPr>
        <a:xfrm>
          <a:off x="2797054" y="9982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96A1CE-CBEF-40AF-A2C3-A722F46208DC}">
      <dsp:nvSpPr>
        <dsp:cNvPr id="0" name=""/>
        <dsp:cNvSpPr/>
      </dsp:nvSpPr>
      <dsp:spPr>
        <a:xfrm>
          <a:off x="3051041"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Computer Moves and Logic Functions</a:t>
          </a:r>
        </a:p>
      </dsp:txBody>
      <dsp:txXfrm>
        <a:off x="3093555" y="1282093"/>
        <a:ext cx="2200851" cy="1366505"/>
      </dsp:txXfrm>
    </dsp:sp>
    <dsp:sp modelId="{3B219559-F362-4D7E-A66E-D8FFE1D88BDF}">
      <dsp:nvSpPr>
        <dsp:cNvPr id="0" name=""/>
        <dsp:cNvSpPr/>
      </dsp:nvSpPr>
      <dsp:spPr>
        <a:xfrm>
          <a:off x="5590907" y="9982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A8A3C2-B5D4-44A9-9EAA-F89B54A4B96C}">
      <dsp:nvSpPr>
        <dsp:cNvPr id="0" name=""/>
        <dsp:cNvSpPr/>
      </dsp:nvSpPr>
      <dsp:spPr>
        <a:xfrm>
          <a:off x="5844894"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i="0" kern="1200" baseline="0"/>
            <a:t>Functions to accept player input and perform actions</a:t>
          </a:r>
          <a:endParaRPr lang="en-US" sz="2100" kern="1200"/>
        </a:p>
      </dsp:txBody>
      <dsp:txXfrm>
        <a:off x="5887408" y="1282093"/>
        <a:ext cx="2200851" cy="1366505"/>
      </dsp:txXfrm>
    </dsp:sp>
    <dsp:sp modelId="{6E5CDD72-A87D-4D15-8EA3-9F009B5B40D1}">
      <dsp:nvSpPr>
        <dsp:cNvPr id="0" name=""/>
        <dsp:cNvSpPr/>
      </dsp:nvSpPr>
      <dsp:spPr>
        <a:xfrm>
          <a:off x="8384760" y="998291"/>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A38446-CFC8-40F9-B0DF-8AB9582458E9}">
      <dsp:nvSpPr>
        <dsp:cNvPr id="0" name=""/>
        <dsp:cNvSpPr/>
      </dsp:nvSpPr>
      <dsp:spPr>
        <a:xfrm>
          <a:off x="8638747" y="1239579"/>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Clear instructions for the players</a:t>
          </a:r>
        </a:p>
      </dsp:txBody>
      <dsp:txXfrm>
        <a:off x="8681261" y="1282093"/>
        <a:ext cx="2200851" cy="136650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24273B-0400-457B-AB38-A16A3AA28B65}">
      <dsp:nvSpPr>
        <dsp:cNvPr id="0" name=""/>
        <dsp:cNvSpPr/>
      </dsp:nvSpPr>
      <dsp:spPr>
        <a:xfrm>
          <a:off x="0" y="675"/>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27C8A6-79FA-44B7-B4B6-3577CAC783D2}">
      <dsp:nvSpPr>
        <dsp:cNvPr id="0" name=""/>
        <dsp:cNvSpPr/>
      </dsp:nvSpPr>
      <dsp:spPr>
        <a:xfrm>
          <a:off x="0" y="675"/>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Iterative Development Process </a:t>
          </a:r>
        </a:p>
      </dsp:txBody>
      <dsp:txXfrm>
        <a:off x="0" y="675"/>
        <a:ext cx="6900512" cy="790684"/>
      </dsp:txXfrm>
    </dsp:sp>
    <dsp:sp modelId="{8E086070-6BB5-4C54-A36E-1C4C0FC33B5B}">
      <dsp:nvSpPr>
        <dsp:cNvPr id="0" name=""/>
        <dsp:cNvSpPr/>
      </dsp:nvSpPr>
      <dsp:spPr>
        <a:xfrm>
          <a:off x="0" y="791359"/>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F8C5D1-AC62-4ACE-A6C3-DB96E825D6F9}">
      <dsp:nvSpPr>
        <dsp:cNvPr id="0" name=""/>
        <dsp:cNvSpPr/>
      </dsp:nvSpPr>
      <dsp:spPr>
        <a:xfrm>
          <a:off x="0" y="791359"/>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GitHub Version Control </a:t>
          </a:r>
        </a:p>
      </dsp:txBody>
      <dsp:txXfrm>
        <a:off x="0" y="791359"/>
        <a:ext cx="6900512" cy="790684"/>
      </dsp:txXfrm>
    </dsp:sp>
    <dsp:sp modelId="{DC5AE67F-C0C4-48C4-B44F-E7EEABDA4B17}">
      <dsp:nvSpPr>
        <dsp:cNvPr id="0" name=""/>
        <dsp:cNvSpPr/>
      </dsp:nvSpPr>
      <dsp:spPr>
        <a:xfrm>
          <a:off x="0" y="1582044"/>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10C5A0-5BD6-4D28-B5B5-70DE77FCD309}">
      <dsp:nvSpPr>
        <dsp:cNvPr id="0" name=""/>
        <dsp:cNvSpPr/>
      </dsp:nvSpPr>
      <dsp:spPr>
        <a:xfrm>
          <a:off x="0" y="1582044"/>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Extensive Debugging &amp; Testing </a:t>
          </a:r>
        </a:p>
      </dsp:txBody>
      <dsp:txXfrm>
        <a:off x="0" y="1582044"/>
        <a:ext cx="6900512" cy="790684"/>
      </dsp:txXfrm>
    </dsp:sp>
    <dsp:sp modelId="{7585C012-D5A3-45CC-B712-99D3FA276C00}">
      <dsp:nvSpPr>
        <dsp:cNvPr id="0" name=""/>
        <dsp:cNvSpPr/>
      </dsp:nvSpPr>
      <dsp:spPr>
        <a:xfrm>
          <a:off x="0" y="2372728"/>
          <a:ext cx="6900512"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658103-7FEE-4C40-BCAE-28864D3D415B}">
      <dsp:nvSpPr>
        <dsp:cNvPr id="0" name=""/>
        <dsp:cNvSpPr/>
      </dsp:nvSpPr>
      <dsp:spPr>
        <a:xfrm>
          <a:off x="0" y="2372728"/>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Meld Detection Complexity </a:t>
          </a:r>
        </a:p>
      </dsp:txBody>
      <dsp:txXfrm>
        <a:off x="0" y="2372728"/>
        <a:ext cx="6900512" cy="790684"/>
      </dsp:txXfrm>
    </dsp:sp>
    <dsp:sp modelId="{7D72934B-ABDA-4787-BFA8-8BDAD60BCD64}">
      <dsp:nvSpPr>
        <dsp:cNvPr id="0" name=""/>
        <dsp:cNvSpPr/>
      </dsp:nvSpPr>
      <dsp:spPr>
        <a:xfrm>
          <a:off x="0" y="3163412"/>
          <a:ext cx="6900512"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1FE32F-D5AE-44A1-91DB-5B184F91E21B}">
      <dsp:nvSpPr>
        <dsp:cNvPr id="0" name=""/>
        <dsp:cNvSpPr/>
      </dsp:nvSpPr>
      <dsp:spPr>
        <a:xfrm>
          <a:off x="0" y="3163412"/>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Computer AI Challenges </a:t>
          </a:r>
        </a:p>
      </dsp:txBody>
      <dsp:txXfrm>
        <a:off x="0" y="3163412"/>
        <a:ext cx="6900512" cy="790684"/>
      </dsp:txXfrm>
    </dsp:sp>
    <dsp:sp modelId="{D7D8F8FD-A151-4231-947F-61B67D6003D4}">
      <dsp:nvSpPr>
        <dsp:cNvPr id="0" name=""/>
        <dsp:cNvSpPr/>
      </dsp:nvSpPr>
      <dsp:spPr>
        <a:xfrm>
          <a:off x="0" y="3954096"/>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5C5C77-D349-4527-A6A6-4F4D5A1D5346}">
      <dsp:nvSpPr>
        <dsp:cNvPr id="0" name=""/>
        <dsp:cNvSpPr/>
      </dsp:nvSpPr>
      <dsp:spPr>
        <a:xfrm>
          <a:off x="0" y="3954096"/>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Debugging</a:t>
          </a:r>
        </a:p>
      </dsp:txBody>
      <dsp:txXfrm>
        <a:off x="0" y="3954096"/>
        <a:ext cx="6900512" cy="790684"/>
      </dsp:txXfrm>
    </dsp:sp>
    <dsp:sp modelId="{68E15574-6E01-4C91-AD46-34293777EF2A}">
      <dsp:nvSpPr>
        <dsp:cNvPr id="0" name=""/>
        <dsp:cNvSpPr/>
      </dsp:nvSpPr>
      <dsp:spPr>
        <a:xfrm>
          <a:off x="0" y="4744781"/>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FE8366-3972-4B47-AED3-D2030A17C842}">
      <dsp:nvSpPr>
        <dsp:cNvPr id="0" name=""/>
        <dsp:cNvSpPr/>
      </dsp:nvSpPr>
      <dsp:spPr>
        <a:xfrm>
          <a:off x="0" y="4744781"/>
          <a:ext cx="6900512" cy="7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Importance of Collaboration </a:t>
          </a:r>
        </a:p>
      </dsp:txBody>
      <dsp:txXfrm>
        <a:off x="0" y="4744781"/>
        <a:ext cx="6900512" cy="79068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BD2EA3-B5BB-4D43-B184-F6A50C726C30}">
      <dsp:nvSpPr>
        <dsp:cNvPr id="0" name=""/>
        <dsp:cNvSpPr/>
      </dsp:nvSpPr>
      <dsp:spPr>
        <a:xfrm>
          <a:off x="0" y="682"/>
          <a:ext cx="6245265"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25EC95-8B81-4FD2-9680-D1C8B674C205}">
      <dsp:nvSpPr>
        <dsp:cNvPr id="0" name=""/>
        <dsp:cNvSpPr/>
      </dsp:nvSpPr>
      <dsp:spPr>
        <a:xfrm>
          <a:off x="0" y="682"/>
          <a:ext cx="6245265" cy="1117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Fully functional Rummy game</a:t>
          </a:r>
        </a:p>
      </dsp:txBody>
      <dsp:txXfrm>
        <a:off x="0" y="682"/>
        <a:ext cx="6245265" cy="1117596"/>
      </dsp:txXfrm>
    </dsp:sp>
    <dsp:sp modelId="{51A94AD0-3518-47D9-A9C1-FA6F00C21FCC}">
      <dsp:nvSpPr>
        <dsp:cNvPr id="0" name=""/>
        <dsp:cNvSpPr/>
      </dsp:nvSpPr>
      <dsp:spPr>
        <a:xfrm>
          <a:off x="0" y="1118278"/>
          <a:ext cx="6245265" cy="0"/>
        </a:xfrm>
        <a:prstGeom prst="lin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561E3D-65F0-4466-B961-C8AD3E68FC8A}">
      <dsp:nvSpPr>
        <dsp:cNvPr id="0" name=""/>
        <dsp:cNvSpPr/>
      </dsp:nvSpPr>
      <dsp:spPr>
        <a:xfrm>
          <a:off x="0" y="1118278"/>
          <a:ext cx="6245265" cy="1117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Player vs. computer gameplay</a:t>
          </a:r>
        </a:p>
      </dsp:txBody>
      <dsp:txXfrm>
        <a:off x="0" y="1118278"/>
        <a:ext cx="6245265" cy="1117596"/>
      </dsp:txXfrm>
    </dsp:sp>
    <dsp:sp modelId="{34E7AB3B-BDBE-4630-80C6-236339D4CE1D}">
      <dsp:nvSpPr>
        <dsp:cNvPr id="0" name=""/>
        <dsp:cNvSpPr/>
      </dsp:nvSpPr>
      <dsp:spPr>
        <a:xfrm>
          <a:off x="0" y="2235875"/>
          <a:ext cx="6245265"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E7901B-AD06-4D28-A468-D1A653040819}">
      <dsp:nvSpPr>
        <dsp:cNvPr id="0" name=""/>
        <dsp:cNvSpPr/>
      </dsp:nvSpPr>
      <dsp:spPr>
        <a:xfrm>
          <a:off x="0" y="2235875"/>
          <a:ext cx="6245265" cy="1117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Logical computer AI moves</a:t>
          </a:r>
        </a:p>
      </dsp:txBody>
      <dsp:txXfrm>
        <a:off x="0" y="2235875"/>
        <a:ext cx="6245265" cy="1117596"/>
      </dsp:txXfrm>
    </dsp:sp>
    <dsp:sp modelId="{99A23595-CAAC-4B61-B2DA-F944BF8F3E67}">
      <dsp:nvSpPr>
        <dsp:cNvPr id="0" name=""/>
        <dsp:cNvSpPr/>
      </dsp:nvSpPr>
      <dsp:spPr>
        <a:xfrm>
          <a:off x="0" y="3353471"/>
          <a:ext cx="6245265" cy="0"/>
        </a:xfrm>
        <a:prstGeom prst="line">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DE975F-6764-4ABA-87A4-38C6C72F8866}">
      <dsp:nvSpPr>
        <dsp:cNvPr id="0" name=""/>
        <dsp:cNvSpPr/>
      </dsp:nvSpPr>
      <dsp:spPr>
        <a:xfrm>
          <a:off x="0" y="3353471"/>
          <a:ext cx="6245265" cy="1117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Valid gameplay and win conditions</a:t>
          </a:r>
        </a:p>
      </dsp:txBody>
      <dsp:txXfrm>
        <a:off x="0" y="3353471"/>
        <a:ext cx="6245265" cy="1117596"/>
      </dsp:txXfrm>
    </dsp:sp>
    <dsp:sp modelId="{4A97DDBE-487A-4FBA-BD68-C518B6787431}">
      <dsp:nvSpPr>
        <dsp:cNvPr id="0" name=""/>
        <dsp:cNvSpPr/>
      </dsp:nvSpPr>
      <dsp:spPr>
        <a:xfrm>
          <a:off x="0" y="4471068"/>
          <a:ext cx="6245265"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A1A2A1-6168-46C9-940D-8FC7090B54DB}">
      <dsp:nvSpPr>
        <dsp:cNvPr id="0" name=""/>
        <dsp:cNvSpPr/>
      </dsp:nvSpPr>
      <dsp:spPr>
        <a:xfrm>
          <a:off x="0" y="4471068"/>
          <a:ext cx="6245265" cy="1117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Simple, intuitive CLI</a:t>
          </a:r>
        </a:p>
      </dsp:txBody>
      <dsp:txXfrm>
        <a:off x="0" y="4471068"/>
        <a:ext cx="6245265" cy="11175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E033A0-F8B4-4D22-8973-6BBDC0E41B52}">
      <dsp:nvSpPr>
        <dsp:cNvPr id="0" name=""/>
        <dsp:cNvSpPr/>
      </dsp:nvSpPr>
      <dsp:spPr>
        <a:xfrm>
          <a:off x="0" y="682"/>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5435EF-0EAE-4176-B8BB-65F6AA7D0C1D}">
      <dsp:nvSpPr>
        <dsp:cNvPr id="0" name=""/>
        <dsp:cNvSpPr/>
      </dsp:nvSpPr>
      <dsp:spPr>
        <a:xfrm>
          <a:off x="173370" y="129635"/>
          <a:ext cx="315219" cy="3152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8C797A-B34F-46A2-AC93-9BD3CC6A1CB7}">
      <dsp:nvSpPr>
        <dsp:cNvPr id="0" name=""/>
        <dsp:cNvSpPr/>
      </dsp:nvSpPr>
      <dsp:spPr>
        <a:xfrm>
          <a:off x="661960" y="682"/>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0" i="0" kern="1200" baseline="0"/>
            <a:t>Achieved key goals: Gameplay, AI, valid rules, and UI</a:t>
          </a:r>
          <a:endParaRPr lang="en-US" sz="1600" kern="1200"/>
        </a:p>
      </dsp:txBody>
      <dsp:txXfrm>
        <a:off x="661960" y="682"/>
        <a:ext cx="5583304" cy="573126"/>
      </dsp:txXfrm>
    </dsp:sp>
    <dsp:sp modelId="{59C06988-B2D9-45EA-90FC-16ACEF7C2A9D}">
      <dsp:nvSpPr>
        <dsp:cNvPr id="0" name=""/>
        <dsp:cNvSpPr/>
      </dsp:nvSpPr>
      <dsp:spPr>
        <a:xfrm>
          <a:off x="0" y="717090"/>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CD9946-0920-42DC-8A9D-DE76B6AB6945}">
      <dsp:nvSpPr>
        <dsp:cNvPr id="0" name=""/>
        <dsp:cNvSpPr/>
      </dsp:nvSpPr>
      <dsp:spPr>
        <a:xfrm>
          <a:off x="173370" y="846043"/>
          <a:ext cx="315219" cy="3152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273A8D-E6C4-4C63-85EF-EE4A096DB044}">
      <dsp:nvSpPr>
        <dsp:cNvPr id="0" name=""/>
        <dsp:cNvSpPr/>
      </dsp:nvSpPr>
      <dsp:spPr>
        <a:xfrm>
          <a:off x="661960" y="717090"/>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0" i="0" kern="1200" baseline="0"/>
            <a:t>Great learning experience in Python and game logic</a:t>
          </a:r>
          <a:endParaRPr lang="en-US" sz="1600" kern="1200"/>
        </a:p>
      </dsp:txBody>
      <dsp:txXfrm>
        <a:off x="661960" y="717090"/>
        <a:ext cx="5583304" cy="573126"/>
      </dsp:txXfrm>
    </dsp:sp>
    <dsp:sp modelId="{5E8BB89C-7BC2-4698-AE1F-57BE532B6AA3}">
      <dsp:nvSpPr>
        <dsp:cNvPr id="0" name=""/>
        <dsp:cNvSpPr/>
      </dsp:nvSpPr>
      <dsp:spPr>
        <a:xfrm>
          <a:off x="0" y="1433498"/>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EFDB52-9756-469F-BEEF-1A87AB0273E1}">
      <dsp:nvSpPr>
        <dsp:cNvPr id="0" name=""/>
        <dsp:cNvSpPr/>
      </dsp:nvSpPr>
      <dsp:spPr>
        <a:xfrm>
          <a:off x="173370" y="1562451"/>
          <a:ext cx="315219" cy="3152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3FCC4A-7947-4118-857C-9E3DDEECB7B9}">
      <dsp:nvSpPr>
        <dsp:cNvPr id="0" name=""/>
        <dsp:cNvSpPr/>
      </dsp:nvSpPr>
      <dsp:spPr>
        <a:xfrm>
          <a:off x="661960" y="1433498"/>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1" i="0" kern="1200" baseline="0"/>
            <a:t>Future Enhancements:</a:t>
          </a:r>
          <a:endParaRPr lang="en-US" sz="1600" kern="1200"/>
        </a:p>
      </dsp:txBody>
      <dsp:txXfrm>
        <a:off x="661960" y="1433498"/>
        <a:ext cx="5583304" cy="573126"/>
      </dsp:txXfrm>
    </dsp:sp>
    <dsp:sp modelId="{FE7550F0-485C-406A-A1ED-C5AA808D4F78}">
      <dsp:nvSpPr>
        <dsp:cNvPr id="0" name=""/>
        <dsp:cNvSpPr/>
      </dsp:nvSpPr>
      <dsp:spPr>
        <a:xfrm>
          <a:off x="0" y="2149906"/>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A6C17D-5D0B-4207-848E-EE51A550279F}">
      <dsp:nvSpPr>
        <dsp:cNvPr id="0" name=""/>
        <dsp:cNvSpPr/>
      </dsp:nvSpPr>
      <dsp:spPr>
        <a:xfrm>
          <a:off x="173370" y="2278859"/>
          <a:ext cx="315219" cy="31521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CCE532-975A-4620-BEBF-EDABA3D6A4A6}">
      <dsp:nvSpPr>
        <dsp:cNvPr id="0" name=""/>
        <dsp:cNvSpPr/>
      </dsp:nvSpPr>
      <dsp:spPr>
        <a:xfrm>
          <a:off x="661960" y="2149906"/>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0" i="0" kern="1200" baseline="0"/>
            <a:t>Improved AI with different difficulty levels</a:t>
          </a:r>
          <a:endParaRPr lang="en-US" sz="1600" kern="1200"/>
        </a:p>
      </dsp:txBody>
      <dsp:txXfrm>
        <a:off x="661960" y="2149906"/>
        <a:ext cx="5583304" cy="573126"/>
      </dsp:txXfrm>
    </dsp:sp>
    <dsp:sp modelId="{D98D1155-7556-4261-B14A-154C573FC5B7}">
      <dsp:nvSpPr>
        <dsp:cNvPr id="0" name=""/>
        <dsp:cNvSpPr/>
      </dsp:nvSpPr>
      <dsp:spPr>
        <a:xfrm>
          <a:off x="0" y="2866314"/>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C35456-3E39-447F-8E63-AECA1BF6CBB6}">
      <dsp:nvSpPr>
        <dsp:cNvPr id="0" name=""/>
        <dsp:cNvSpPr/>
      </dsp:nvSpPr>
      <dsp:spPr>
        <a:xfrm>
          <a:off x="173370" y="2995267"/>
          <a:ext cx="315219" cy="31521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1D6434-16F7-4FEA-88EE-8636A0B399FF}">
      <dsp:nvSpPr>
        <dsp:cNvPr id="0" name=""/>
        <dsp:cNvSpPr/>
      </dsp:nvSpPr>
      <dsp:spPr>
        <a:xfrm>
          <a:off x="661960" y="2866314"/>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0" i="0" kern="1200" baseline="0"/>
            <a:t>Transition from CLI to a graphical user interface</a:t>
          </a:r>
          <a:endParaRPr lang="en-US" sz="1600" kern="1200"/>
        </a:p>
      </dsp:txBody>
      <dsp:txXfrm>
        <a:off x="661960" y="2866314"/>
        <a:ext cx="5583304" cy="573126"/>
      </dsp:txXfrm>
    </dsp:sp>
    <dsp:sp modelId="{14E8670B-ADD0-4B5A-9524-79C4E3C43A6A}">
      <dsp:nvSpPr>
        <dsp:cNvPr id="0" name=""/>
        <dsp:cNvSpPr/>
      </dsp:nvSpPr>
      <dsp:spPr>
        <a:xfrm>
          <a:off x="0" y="3582722"/>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14C75A-7D5B-41A7-8328-468EF1B040F6}">
      <dsp:nvSpPr>
        <dsp:cNvPr id="0" name=""/>
        <dsp:cNvSpPr/>
      </dsp:nvSpPr>
      <dsp:spPr>
        <a:xfrm>
          <a:off x="173370" y="3711675"/>
          <a:ext cx="315219" cy="31521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037FC2-473B-49FB-B28E-6823E03344E3}">
      <dsp:nvSpPr>
        <dsp:cNvPr id="0" name=""/>
        <dsp:cNvSpPr/>
      </dsp:nvSpPr>
      <dsp:spPr>
        <a:xfrm>
          <a:off x="661960" y="3582722"/>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0" i="0" kern="1200" baseline="0"/>
            <a:t>Multiplayer support</a:t>
          </a:r>
          <a:endParaRPr lang="en-US" sz="1600" kern="1200"/>
        </a:p>
      </dsp:txBody>
      <dsp:txXfrm>
        <a:off x="661960" y="3582722"/>
        <a:ext cx="5583304" cy="573126"/>
      </dsp:txXfrm>
    </dsp:sp>
    <dsp:sp modelId="{9CD86B35-4253-4C97-9E0A-DC16099DAA89}">
      <dsp:nvSpPr>
        <dsp:cNvPr id="0" name=""/>
        <dsp:cNvSpPr/>
      </dsp:nvSpPr>
      <dsp:spPr>
        <a:xfrm>
          <a:off x="0" y="4299130"/>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50C2F3-AE77-46C2-AD36-94C75E861CBE}">
      <dsp:nvSpPr>
        <dsp:cNvPr id="0" name=""/>
        <dsp:cNvSpPr/>
      </dsp:nvSpPr>
      <dsp:spPr>
        <a:xfrm>
          <a:off x="173370" y="4428083"/>
          <a:ext cx="315219" cy="31521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6094BE-EAC6-4E05-B69E-2AA5F8C854E2}">
      <dsp:nvSpPr>
        <dsp:cNvPr id="0" name=""/>
        <dsp:cNvSpPr/>
      </dsp:nvSpPr>
      <dsp:spPr>
        <a:xfrm>
          <a:off x="661960" y="4299130"/>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0" i="0" kern="1200" baseline="0"/>
            <a:t>Extend framework to other card games</a:t>
          </a:r>
          <a:endParaRPr lang="en-US" sz="1600" kern="1200"/>
        </a:p>
      </dsp:txBody>
      <dsp:txXfrm>
        <a:off x="661960" y="4299130"/>
        <a:ext cx="5583304" cy="573126"/>
      </dsp:txXfrm>
    </dsp:sp>
    <dsp:sp modelId="{23092B01-3421-44E7-AE67-A236E1FF3B6D}">
      <dsp:nvSpPr>
        <dsp:cNvPr id="0" name=""/>
        <dsp:cNvSpPr/>
      </dsp:nvSpPr>
      <dsp:spPr>
        <a:xfrm>
          <a:off x="0" y="5015538"/>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C510FE-1DB6-4772-BED4-AD89C5091DFE}">
      <dsp:nvSpPr>
        <dsp:cNvPr id="0" name=""/>
        <dsp:cNvSpPr/>
      </dsp:nvSpPr>
      <dsp:spPr>
        <a:xfrm>
          <a:off x="173370" y="5144491"/>
          <a:ext cx="315219" cy="315219"/>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E723FD-24B2-4176-A51C-247845608A59}">
      <dsp:nvSpPr>
        <dsp:cNvPr id="0" name=""/>
        <dsp:cNvSpPr/>
      </dsp:nvSpPr>
      <dsp:spPr>
        <a:xfrm>
          <a:off x="661960" y="5015538"/>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0" i="0" kern="1200" baseline="0"/>
            <a:t>Advanced meld and layoff logic; better error handling</a:t>
          </a:r>
          <a:endParaRPr lang="en-US" sz="1600" kern="1200"/>
        </a:p>
      </dsp:txBody>
      <dsp:txXfrm>
        <a:off x="661960" y="5015538"/>
        <a:ext cx="5583304" cy="57312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A43D13-2C5F-4F00-988E-947B04569DA0}">
      <dsp:nvSpPr>
        <dsp:cNvPr id="0" name=""/>
        <dsp:cNvSpPr/>
      </dsp:nvSpPr>
      <dsp:spPr>
        <a:xfrm>
          <a:off x="0" y="682"/>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C52DE7-5926-409B-80C4-C680EA6BCC19}">
      <dsp:nvSpPr>
        <dsp:cNvPr id="0" name=""/>
        <dsp:cNvSpPr/>
      </dsp:nvSpPr>
      <dsp:spPr>
        <a:xfrm>
          <a:off x="173370" y="129635"/>
          <a:ext cx="315219" cy="3152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38D2F0-B802-4D46-A57F-F994BC7D21C6}">
      <dsp:nvSpPr>
        <dsp:cNvPr id="0" name=""/>
        <dsp:cNvSpPr/>
      </dsp:nvSpPr>
      <dsp:spPr>
        <a:xfrm>
          <a:off x="661960" y="682"/>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1" i="0" kern="1200" baseline="0"/>
            <a:t>Development Tools:</a:t>
          </a:r>
          <a:endParaRPr lang="en-US" sz="1600" kern="1200"/>
        </a:p>
      </dsp:txBody>
      <dsp:txXfrm>
        <a:off x="661960" y="682"/>
        <a:ext cx="5583304" cy="573126"/>
      </dsp:txXfrm>
    </dsp:sp>
    <dsp:sp modelId="{86AC79BB-AF2A-48B5-BAAF-97C2119AF47E}">
      <dsp:nvSpPr>
        <dsp:cNvPr id="0" name=""/>
        <dsp:cNvSpPr/>
      </dsp:nvSpPr>
      <dsp:spPr>
        <a:xfrm>
          <a:off x="0" y="717090"/>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7C5AE-8F10-4C89-A00B-E5A75C3B0AB8}">
      <dsp:nvSpPr>
        <dsp:cNvPr id="0" name=""/>
        <dsp:cNvSpPr/>
      </dsp:nvSpPr>
      <dsp:spPr>
        <a:xfrm>
          <a:off x="173370" y="846043"/>
          <a:ext cx="315219" cy="3152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8E100F-7BC9-48C6-9FFF-003708F86C8A}">
      <dsp:nvSpPr>
        <dsp:cNvPr id="0" name=""/>
        <dsp:cNvSpPr/>
      </dsp:nvSpPr>
      <dsp:spPr>
        <a:xfrm>
          <a:off x="661960" y="717090"/>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0" i="0" kern="1200" baseline="0"/>
            <a:t>Python &amp; Thonny IDE</a:t>
          </a:r>
          <a:endParaRPr lang="en-US" sz="1600" kern="1200"/>
        </a:p>
      </dsp:txBody>
      <dsp:txXfrm>
        <a:off x="661960" y="717090"/>
        <a:ext cx="5583304" cy="573126"/>
      </dsp:txXfrm>
    </dsp:sp>
    <dsp:sp modelId="{0B8B31B3-FE1E-42F2-B52E-D5B9147DB957}">
      <dsp:nvSpPr>
        <dsp:cNvPr id="0" name=""/>
        <dsp:cNvSpPr/>
      </dsp:nvSpPr>
      <dsp:spPr>
        <a:xfrm>
          <a:off x="0" y="1433498"/>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9ACD49-201B-40ED-B554-90B6348BE74D}">
      <dsp:nvSpPr>
        <dsp:cNvPr id="0" name=""/>
        <dsp:cNvSpPr/>
      </dsp:nvSpPr>
      <dsp:spPr>
        <a:xfrm>
          <a:off x="173370" y="1562451"/>
          <a:ext cx="315219" cy="3152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479B6D-30EA-4B84-BA80-3D03DC2A1548}">
      <dsp:nvSpPr>
        <dsp:cNvPr id="0" name=""/>
        <dsp:cNvSpPr/>
      </dsp:nvSpPr>
      <dsp:spPr>
        <a:xfrm>
          <a:off x="661960" y="1433498"/>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0" i="0" kern="1200" baseline="0"/>
            <a:t>GitHub for version control</a:t>
          </a:r>
          <a:endParaRPr lang="en-US" sz="1600" kern="1200"/>
        </a:p>
      </dsp:txBody>
      <dsp:txXfrm>
        <a:off x="661960" y="1433498"/>
        <a:ext cx="5583304" cy="573126"/>
      </dsp:txXfrm>
    </dsp:sp>
    <dsp:sp modelId="{B482549B-1465-4B95-AE75-DFB9A38CCB00}">
      <dsp:nvSpPr>
        <dsp:cNvPr id="0" name=""/>
        <dsp:cNvSpPr/>
      </dsp:nvSpPr>
      <dsp:spPr>
        <a:xfrm>
          <a:off x="0" y="2149906"/>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01B530-79AC-4945-B61C-016C50BC8946}">
      <dsp:nvSpPr>
        <dsp:cNvPr id="0" name=""/>
        <dsp:cNvSpPr/>
      </dsp:nvSpPr>
      <dsp:spPr>
        <a:xfrm>
          <a:off x="173370" y="2278859"/>
          <a:ext cx="315219" cy="31521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2031FD-C36B-4BE5-BADE-C5A3ED11A198}">
      <dsp:nvSpPr>
        <dsp:cNvPr id="0" name=""/>
        <dsp:cNvSpPr/>
      </dsp:nvSpPr>
      <dsp:spPr>
        <a:xfrm>
          <a:off x="661960" y="2149906"/>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0" i="0" kern="1200" baseline="0"/>
            <a:t>Microsoft Outlook for team communication</a:t>
          </a:r>
          <a:endParaRPr lang="en-US" sz="1600" kern="1200"/>
        </a:p>
      </dsp:txBody>
      <dsp:txXfrm>
        <a:off x="661960" y="2149906"/>
        <a:ext cx="5583304" cy="573126"/>
      </dsp:txXfrm>
    </dsp:sp>
    <dsp:sp modelId="{F86124E1-6BE6-47F4-AD8E-96F7FAA01BEA}">
      <dsp:nvSpPr>
        <dsp:cNvPr id="0" name=""/>
        <dsp:cNvSpPr/>
      </dsp:nvSpPr>
      <dsp:spPr>
        <a:xfrm>
          <a:off x="0" y="2866314"/>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577F3B-3C47-498E-97D6-2279C0CD7FD1}">
      <dsp:nvSpPr>
        <dsp:cNvPr id="0" name=""/>
        <dsp:cNvSpPr/>
      </dsp:nvSpPr>
      <dsp:spPr>
        <a:xfrm>
          <a:off x="173370" y="2995267"/>
          <a:ext cx="315219" cy="31521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B51C69-A64F-4128-95E9-4D62059A43F9}">
      <dsp:nvSpPr>
        <dsp:cNvPr id="0" name=""/>
        <dsp:cNvSpPr/>
      </dsp:nvSpPr>
      <dsp:spPr>
        <a:xfrm>
          <a:off x="661960" y="2866314"/>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1" i="0" kern="1200" baseline="0"/>
            <a:t>Hardware:</a:t>
          </a:r>
          <a:endParaRPr lang="en-US" sz="1600" kern="1200"/>
        </a:p>
      </dsp:txBody>
      <dsp:txXfrm>
        <a:off x="661960" y="2866314"/>
        <a:ext cx="5583304" cy="573126"/>
      </dsp:txXfrm>
    </dsp:sp>
    <dsp:sp modelId="{227DB7BE-1360-4875-A65D-A9AFB6F832D8}">
      <dsp:nvSpPr>
        <dsp:cNvPr id="0" name=""/>
        <dsp:cNvSpPr/>
      </dsp:nvSpPr>
      <dsp:spPr>
        <a:xfrm>
          <a:off x="0" y="3582722"/>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FECE9C-99B3-47A9-8BA6-4B9965558A3E}">
      <dsp:nvSpPr>
        <dsp:cNvPr id="0" name=""/>
        <dsp:cNvSpPr/>
      </dsp:nvSpPr>
      <dsp:spPr>
        <a:xfrm>
          <a:off x="173370" y="3711675"/>
          <a:ext cx="315219" cy="31521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2865B9-6EED-4FF6-B810-95D4ECE5380A}">
      <dsp:nvSpPr>
        <dsp:cNvPr id="0" name=""/>
        <dsp:cNvSpPr/>
      </dsp:nvSpPr>
      <dsp:spPr>
        <a:xfrm>
          <a:off x="661960" y="3582722"/>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0" i="0" kern="1200" baseline="0"/>
            <a:t>Laptops with Python installed</a:t>
          </a:r>
          <a:endParaRPr lang="en-US" sz="1600" kern="1200"/>
        </a:p>
      </dsp:txBody>
      <dsp:txXfrm>
        <a:off x="661960" y="3582722"/>
        <a:ext cx="5583304" cy="573126"/>
      </dsp:txXfrm>
    </dsp:sp>
    <dsp:sp modelId="{D8071AD3-6BCB-4C6C-8206-12D6AA084529}">
      <dsp:nvSpPr>
        <dsp:cNvPr id="0" name=""/>
        <dsp:cNvSpPr/>
      </dsp:nvSpPr>
      <dsp:spPr>
        <a:xfrm>
          <a:off x="0" y="4299130"/>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FF66A8-DA9E-42A3-85A8-CFA362A4342E}">
      <dsp:nvSpPr>
        <dsp:cNvPr id="0" name=""/>
        <dsp:cNvSpPr/>
      </dsp:nvSpPr>
      <dsp:spPr>
        <a:xfrm>
          <a:off x="173370" y="4428083"/>
          <a:ext cx="315219" cy="31521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29C7BE-677A-4934-9BA0-37BE669B9E06}">
      <dsp:nvSpPr>
        <dsp:cNvPr id="0" name=""/>
        <dsp:cNvSpPr/>
      </dsp:nvSpPr>
      <dsp:spPr>
        <a:xfrm>
          <a:off x="661960" y="4299130"/>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1" i="0" kern="1200" baseline="0"/>
            <a:t>Learning Resources:</a:t>
          </a:r>
          <a:endParaRPr lang="en-US" sz="1600" kern="1200"/>
        </a:p>
      </dsp:txBody>
      <dsp:txXfrm>
        <a:off x="661960" y="4299130"/>
        <a:ext cx="5583304" cy="573126"/>
      </dsp:txXfrm>
    </dsp:sp>
    <dsp:sp modelId="{11CDE46A-C657-4D81-90A1-E61CD1C546B4}">
      <dsp:nvSpPr>
        <dsp:cNvPr id="0" name=""/>
        <dsp:cNvSpPr/>
      </dsp:nvSpPr>
      <dsp:spPr>
        <a:xfrm>
          <a:off x="0" y="5015538"/>
          <a:ext cx="6245265" cy="57312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824952-F044-47E0-AEC2-2DA7A2FD3F37}">
      <dsp:nvSpPr>
        <dsp:cNvPr id="0" name=""/>
        <dsp:cNvSpPr/>
      </dsp:nvSpPr>
      <dsp:spPr>
        <a:xfrm>
          <a:off x="173370" y="5144491"/>
          <a:ext cx="315219" cy="315219"/>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B8F437-787C-4F36-A3DD-5E31CE4CFD76}">
      <dsp:nvSpPr>
        <dsp:cNvPr id="0" name=""/>
        <dsp:cNvSpPr/>
      </dsp:nvSpPr>
      <dsp:spPr>
        <a:xfrm>
          <a:off x="661960" y="5015538"/>
          <a:ext cx="5583304" cy="573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656" tIns="60656" rIns="60656" bIns="60656" numCol="1" spcCol="1270" anchor="ctr" anchorCtr="0">
          <a:noAutofit/>
        </a:bodyPr>
        <a:lstStyle/>
        <a:p>
          <a:pPr marL="0" lvl="0" indent="0" algn="l" defTabSz="711200">
            <a:lnSpc>
              <a:spcPct val="100000"/>
            </a:lnSpc>
            <a:spcBef>
              <a:spcPct val="0"/>
            </a:spcBef>
            <a:spcAft>
              <a:spcPct val="35000"/>
            </a:spcAft>
            <a:buNone/>
          </a:pPr>
          <a:r>
            <a:rPr lang="en-US" sz="1600" b="0" i="0" kern="1200" baseline="0"/>
            <a:t>YouTube, w3schools.com, GeeksforGeeks.org</a:t>
          </a:r>
          <a:endParaRPr lang="en-US" sz="1600" kern="1200"/>
        </a:p>
      </dsp:txBody>
      <dsp:txXfrm>
        <a:off x="661960" y="5015538"/>
        <a:ext cx="5583304" cy="57312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7D08F3-7844-40D6-B74A-35B8C92741C4}" type="datetimeFigureOut">
              <a:rPr lang="en-CA" smtClean="0"/>
              <a:t>2025-03-27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417170-11C4-499F-B5D2-5F785634E5EB}" type="slidenum">
              <a:rPr lang="en-CA" smtClean="0"/>
              <a:t>‹#›</a:t>
            </a:fld>
            <a:endParaRPr lang="en-CA"/>
          </a:p>
        </p:txBody>
      </p:sp>
    </p:spTree>
    <p:extLst>
      <p:ext uri="{BB962C8B-B14F-4D97-AF65-F5344CB8AC3E}">
        <p14:creationId xmlns:p14="http://schemas.microsoft.com/office/powerpoint/2010/main" val="3965170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 visual</a:t>
            </a:r>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1</a:t>
            </a:fld>
            <a:endParaRPr lang="en-CA"/>
          </a:p>
        </p:txBody>
      </p:sp>
    </p:spTree>
    <p:extLst>
      <p:ext uri="{BB962C8B-B14F-4D97-AF65-F5344CB8AC3E}">
        <p14:creationId xmlns:p14="http://schemas.microsoft.com/office/powerpoint/2010/main" val="2349005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2</a:t>
            </a:fld>
            <a:endParaRPr lang="en-CA"/>
          </a:p>
        </p:txBody>
      </p:sp>
    </p:spTree>
    <p:extLst>
      <p:ext uri="{BB962C8B-B14F-4D97-AF65-F5344CB8AC3E}">
        <p14:creationId xmlns:p14="http://schemas.microsoft.com/office/powerpoint/2010/main" val="37981575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For </a:t>
            </a:r>
            <a:r>
              <a:rPr lang="en-US" dirty="0"/>
              <a:t>our Rummy game, Celeste and I divided the programming tasks efficiently. We kept the user interface simple by using the console so we could focus on coding logic. The computer’s moves are based on logical functions that analyze the best melds and layoffs, similar to how a player would make decisions. We split these tasks, with Celeste working on melds and me focusing on layoffs.</a:t>
            </a:r>
          </a:p>
          <a:p>
            <a:r>
              <a:rPr lang="en-US" dirty="0"/>
              <a:t>For the player, we implemented similar functions where they input their melds or layoffs, and the program checks for validity. Since not everyone is familiar with Rummy, we also included a built-in instructions feature, making the game easy to understand for new players.</a:t>
            </a:r>
          </a:p>
        </p:txBody>
      </p:sp>
      <p:sp>
        <p:nvSpPr>
          <p:cNvPr id="4" name="Slide Number Placeholder 3"/>
          <p:cNvSpPr>
            <a:spLocks noGrp="1"/>
          </p:cNvSpPr>
          <p:nvPr>
            <p:ph type="sldNum" sz="quarter" idx="5"/>
          </p:nvPr>
        </p:nvSpPr>
        <p:spPr/>
        <p:txBody>
          <a:bodyPr/>
          <a:lstStyle/>
          <a:p>
            <a:fld id="{1A417170-11C4-499F-B5D2-5F785634E5EB}" type="slidenum">
              <a:rPr lang="en-CA" smtClean="0"/>
              <a:t>7</a:t>
            </a:fld>
            <a:endParaRPr lang="en-CA"/>
          </a:p>
        </p:txBody>
      </p:sp>
    </p:spTree>
    <p:extLst>
      <p:ext uri="{BB962C8B-B14F-4D97-AF65-F5344CB8AC3E}">
        <p14:creationId xmlns:p14="http://schemas.microsoft.com/office/powerpoint/2010/main" val="99678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Our original plan was to split the work by major components — Celeste handled the backend game logic, like card manipulation and computer AI, while I focused on the user interface and overall game flow. But as we got deeper into development, we realized a more effective approach was to break things down into smaller, more manageable tasks so we could work in parallel.</a:t>
            </a:r>
          </a:p>
          <a:p>
            <a:pPr>
              <a:buNone/>
            </a:pPr>
            <a:r>
              <a:rPr lang="en-US"/>
              <a:t>For instance, Celeste focused on separate functions for detecting sets and runs in the meld logic, while I worked on sorting and layoff functions at the same time. This shift sped up our progress and helped avoid merge conflicts.</a:t>
            </a:r>
          </a:p>
          <a:p>
            <a:r>
              <a:rPr lang="en-US"/>
              <a:t>Overall, we moved from a more linear approach to a parallel one, which made a big difference. It showed us how important flexibility and smart task management are for hitting our project goals.</a:t>
            </a:r>
          </a:p>
        </p:txBody>
      </p:sp>
      <p:sp>
        <p:nvSpPr>
          <p:cNvPr id="4" name="Slide Number Placeholder 3"/>
          <p:cNvSpPr>
            <a:spLocks noGrp="1"/>
          </p:cNvSpPr>
          <p:nvPr>
            <p:ph type="sldNum" sz="quarter" idx="5"/>
          </p:nvPr>
        </p:nvSpPr>
        <p:spPr/>
        <p:txBody>
          <a:bodyPr/>
          <a:lstStyle/>
          <a:p>
            <a:fld id="{1A417170-11C4-499F-B5D2-5F785634E5EB}" type="slidenum">
              <a:rPr lang="en-CA" smtClean="0"/>
              <a:t>8</a:t>
            </a:fld>
            <a:endParaRPr lang="en-CA"/>
          </a:p>
        </p:txBody>
      </p:sp>
    </p:spTree>
    <p:extLst>
      <p:ext uri="{BB962C8B-B14F-4D97-AF65-F5344CB8AC3E}">
        <p14:creationId xmlns:p14="http://schemas.microsoft.com/office/powerpoint/2010/main" val="3458817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spcAft>
                <a:spcPts val="800"/>
              </a:spcAft>
              <a:buFont typeface="+mj-lt"/>
              <a:buAutoNum type="arabicPeriod"/>
              <a:tabLst>
                <a:tab pos="457200" algn="l"/>
              </a:tabLst>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Iterative Development:</a:t>
            </a:r>
            <a:r>
              <a:rPr lang="en-CA" sz="1800" kern="100">
                <a:effectLst/>
                <a:latin typeface="Times New Roman" panose="02020603050405020304" pitchFamily="18" charset="0"/>
                <a:ea typeface="Aptos" panose="020B0004020202020204" pitchFamily="34" charset="0"/>
                <a:cs typeface="Times New Roman" panose="02020603050405020304" pitchFamily="18" charset="0"/>
              </a:rPr>
              <a:t> We adopted an iterative development approach, focusing on implementing core functionalities first (deck creation, dealing, drawing) and then gradually adding more complex features (melding, computer AI, scoring).</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Version Control:</a:t>
            </a:r>
            <a:r>
              <a:rPr lang="en-CA" sz="1800" kern="100">
                <a:effectLst/>
                <a:latin typeface="Times New Roman" panose="02020603050405020304" pitchFamily="18" charset="0"/>
                <a:ea typeface="Aptos" panose="020B0004020202020204" pitchFamily="34" charset="0"/>
                <a:cs typeface="Times New Roman" panose="02020603050405020304" pitchFamily="18" charset="0"/>
              </a:rPr>
              <a:t> GitHub played a crucial role in our workflow, enabling us to track changes, manage versions, and collaborate effectively. We used branches for individual features and merged them into the main branch after thorough testing.</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Debugging:</a:t>
            </a:r>
            <a:r>
              <a:rPr lang="en-CA" sz="1800" kern="100">
                <a:effectLst/>
                <a:latin typeface="Times New Roman" panose="02020603050405020304" pitchFamily="18" charset="0"/>
                <a:ea typeface="Aptos" panose="020B0004020202020204" pitchFamily="34" charset="0"/>
                <a:cs typeface="Times New Roman" panose="02020603050405020304" pitchFamily="18" charset="0"/>
              </a:rPr>
              <a:t> Debugging consumed a significant portion of our development time. We encountered numerous challenges related to card manipulation, meld detection, and computer AI logic. We used print statements, debugging tools within Thonny, and thorough testing to identify and resolve these issues.</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Testing:</a:t>
            </a:r>
            <a:r>
              <a:rPr lang="en-CA" sz="1800" kern="100">
                <a:effectLst/>
                <a:latin typeface="Times New Roman" panose="02020603050405020304" pitchFamily="18" charset="0"/>
                <a:ea typeface="Aptos" panose="020B0004020202020204" pitchFamily="34" charset="0"/>
                <a:cs typeface="Times New Roman" panose="02020603050405020304" pitchFamily="18" charset="0"/>
              </a:rPr>
              <a:t> We conducted regular testing throughout the development process, ensuring that each feature functioned correctly before moving on to the next. We also performed user testing with peers to gather feedback and identify areas for improvement.</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Task Management:</a:t>
            </a:r>
            <a:r>
              <a:rPr lang="en-CA" sz="1800" kern="100">
                <a:effectLst/>
                <a:latin typeface="Times New Roman" panose="02020603050405020304" pitchFamily="18" charset="0"/>
                <a:ea typeface="Aptos" panose="020B0004020202020204" pitchFamily="34" charset="0"/>
                <a:cs typeface="Times New Roman" panose="02020603050405020304" pitchFamily="18" charset="0"/>
              </a:rPr>
              <a:t> We used Microsoft Outlook to communicate and track progress, ensuring that we stayed on schedule and addressed any roadblocks promptly.</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Challenges and Lessons Learned:</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Complexity of Meld Detection:</a:t>
            </a:r>
            <a:r>
              <a:rPr lang="en-CA" sz="1800" kern="100">
                <a:effectLst/>
                <a:latin typeface="Times New Roman" panose="02020603050405020304" pitchFamily="18" charset="0"/>
                <a:ea typeface="Aptos" panose="020B0004020202020204" pitchFamily="34" charset="0"/>
                <a:cs typeface="Times New Roman" panose="02020603050405020304" pitchFamily="18" charset="0"/>
              </a:rPr>
              <a:t> Implementing the meld detection logic, especially for runs, proved to be more challenging than anticipated. We had to carefully consider various edge cases and ensure that the logic was robust and accurate.</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Computer AI:</a:t>
            </a:r>
            <a:r>
              <a:rPr lang="en-CA" sz="1800" kern="100">
                <a:effectLst/>
                <a:latin typeface="Times New Roman" panose="02020603050405020304" pitchFamily="18" charset="0"/>
                <a:ea typeface="Aptos" panose="020B0004020202020204" pitchFamily="34" charset="0"/>
                <a:cs typeface="Times New Roman" panose="02020603050405020304" pitchFamily="18" charset="0"/>
              </a:rPr>
              <a:t> Developing a simple but functional computer AI required careful planning and implementation. We had to balance the need for logical decision-making with the constraints of our development timeline.</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Debugging Time:</a:t>
            </a:r>
            <a:r>
              <a:rPr lang="en-CA" sz="1800" kern="100">
                <a:effectLst/>
                <a:latin typeface="Times New Roman" panose="02020603050405020304" pitchFamily="18" charset="0"/>
                <a:ea typeface="Aptos" panose="020B0004020202020204" pitchFamily="34" charset="0"/>
                <a:cs typeface="Times New Roman" panose="02020603050405020304" pitchFamily="18" charset="0"/>
              </a:rPr>
              <a:t> We underestimated the amount of time required for debugging. This highlighted the importance of thorough testing and careful planning.</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Collaboration:</a:t>
            </a:r>
            <a:r>
              <a:rPr lang="en-CA" sz="1800" kern="100">
                <a:effectLst/>
                <a:latin typeface="Times New Roman" panose="02020603050405020304" pitchFamily="18" charset="0"/>
                <a:ea typeface="Aptos" panose="020B0004020202020204" pitchFamily="34" charset="0"/>
                <a:cs typeface="Times New Roman" panose="02020603050405020304" pitchFamily="18" charset="0"/>
              </a:rPr>
              <a:t> Working collaboratively on a complex project required effective communication and coordination. We learned the importance of clear communication, regular meetings, and a shared understanding of the project goals.</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CA" sz="1800" kern="100">
                <a:effectLst/>
                <a:latin typeface="Times New Roman" panose="02020603050405020304" pitchFamily="18" charset="0"/>
                <a:ea typeface="Aptos" panose="020B0004020202020204" pitchFamily="34" charset="0"/>
                <a:cs typeface="Times New Roman" panose="02020603050405020304" pitchFamily="18" charset="0"/>
              </a:rPr>
              <a:t>In summary, our experimental framework involved a flexible and iterative approach, adapting to the challenges we encountered and leveraging version control and collaboration tools to achieve our project goals.</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9</a:t>
            </a:fld>
            <a:endParaRPr lang="en-CA"/>
          </a:p>
        </p:txBody>
      </p:sp>
    </p:spTree>
    <p:extLst>
      <p:ext uri="{BB962C8B-B14F-4D97-AF65-F5344CB8AC3E}">
        <p14:creationId xmlns:p14="http://schemas.microsoft.com/office/powerpoint/2010/main" val="37683720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built a fully functional Rummy game where you can play against the computer. The game allows for drawing, melding, and discarding cards while ensuring that all moves are valid and the game concludes when a player finishes their melds and discards their last card. The computer AI makes logical decisions, even if it's not expert-level, and the game is driven by a simple, easy-to-use command-line interface that clearly shows game progress and prompts for actions.</a:t>
            </a:r>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14</a:t>
            </a:fld>
            <a:endParaRPr lang="en-CA"/>
          </a:p>
        </p:txBody>
      </p:sp>
    </p:spTree>
    <p:extLst>
      <p:ext uri="{BB962C8B-B14F-4D97-AF65-F5344CB8AC3E}">
        <p14:creationId xmlns:p14="http://schemas.microsoft.com/office/powerpoint/2010/main" val="3921540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conclusion, our project successfully met our goals by implementing a player vs. computer game with working AI and valid gameplay rules through a clear UI. This project was a great learning opportunity that deepened our understanding of Python, game logic, and user interaction. Looking ahead, there are many exciting possibilities: we can improve the AI by adding difficulty levels, upgrade to a graphical interface, introduce multiplayer modes, adapt the framework for other card games, and refine our game logic further with advanced meld and layoff features, along with enhanced error handling.</a:t>
            </a:r>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15</a:t>
            </a:fld>
            <a:endParaRPr lang="en-CA"/>
          </a:p>
        </p:txBody>
      </p:sp>
    </p:spTree>
    <p:extLst>
      <p:ext uri="{BB962C8B-B14F-4D97-AF65-F5344CB8AC3E}">
        <p14:creationId xmlns:p14="http://schemas.microsoft.com/office/powerpoint/2010/main" val="12059238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this project, we used a range of tools and resources that were key to our success. We developed our game in Python using the Thonny IDE, managed our code on GitHub for effective version control, and coordinated our work through Microsoft Outlook. We all worked on a laptop with Python installed, and we improved our understanding with additional learning materials from YouTube, w3schools, and </a:t>
            </a:r>
            <a:r>
              <a:rPr lang="en-US" err="1"/>
              <a:t>GeeksforGeeks</a:t>
            </a:r>
            <a:r>
              <a:rPr lang="en-US"/>
              <a:t>. These resources played a critical role in helping us overcome challenges and complete our project.</a:t>
            </a:r>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16</a:t>
            </a:fld>
            <a:endParaRPr lang="en-CA"/>
          </a:p>
        </p:txBody>
      </p:sp>
    </p:spTree>
    <p:extLst>
      <p:ext uri="{BB962C8B-B14F-4D97-AF65-F5344CB8AC3E}">
        <p14:creationId xmlns:p14="http://schemas.microsoft.com/office/powerpoint/2010/main" val="4088814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9E683-1ECC-1136-9A5F-A9D429F0E6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774BEA3D-ECCE-8C64-40F9-382EBED38C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EE7291C8-A3BD-86DF-2F64-C4D3571E2C18}"/>
              </a:ext>
            </a:extLst>
          </p:cNvPr>
          <p:cNvSpPr>
            <a:spLocks noGrp="1"/>
          </p:cNvSpPr>
          <p:nvPr>
            <p:ph type="dt" sz="half" idx="10"/>
          </p:nvPr>
        </p:nvSpPr>
        <p:spPr/>
        <p:txBody>
          <a:bodyPr/>
          <a:lstStyle/>
          <a:p>
            <a:fld id="{FF54E059-85E8-4F57-A042-8DBEA69BACD9}" type="datetimeFigureOut">
              <a:rPr lang="en-CA" smtClean="0"/>
              <a:t>2025-03-27</a:t>
            </a:fld>
            <a:endParaRPr lang="en-CA"/>
          </a:p>
        </p:txBody>
      </p:sp>
      <p:sp>
        <p:nvSpPr>
          <p:cNvPr id="5" name="Footer Placeholder 4">
            <a:extLst>
              <a:ext uri="{FF2B5EF4-FFF2-40B4-BE49-F238E27FC236}">
                <a16:creationId xmlns:a16="http://schemas.microsoft.com/office/drawing/2014/main" id="{EE0C493B-07D5-4DEA-8833-F3213002C76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9FC795D-D16B-046C-F3B9-8BF2178B949E}"/>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15754750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3FBD6-81AC-C5E7-0C46-02F408B1EAD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3B00CD8-B81D-162D-FF8E-21A0ECEC6B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0464871-82FB-AD60-2748-E98244520A77}"/>
              </a:ext>
            </a:extLst>
          </p:cNvPr>
          <p:cNvSpPr>
            <a:spLocks noGrp="1"/>
          </p:cNvSpPr>
          <p:nvPr>
            <p:ph type="dt" sz="half" idx="10"/>
          </p:nvPr>
        </p:nvSpPr>
        <p:spPr/>
        <p:txBody>
          <a:bodyPr/>
          <a:lstStyle/>
          <a:p>
            <a:fld id="{FF54E059-85E8-4F57-A042-8DBEA69BACD9}" type="datetimeFigureOut">
              <a:rPr lang="en-CA" smtClean="0"/>
              <a:t>2025-03-27</a:t>
            </a:fld>
            <a:endParaRPr lang="en-CA"/>
          </a:p>
        </p:txBody>
      </p:sp>
      <p:sp>
        <p:nvSpPr>
          <p:cNvPr id="5" name="Footer Placeholder 4">
            <a:extLst>
              <a:ext uri="{FF2B5EF4-FFF2-40B4-BE49-F238E27FC236}">
                <a16:creationId xmlns:a16="http://schemas.microsoft.com/office/drawing/2014/main" id="{08F23FB8-C600-77AB-7DD7-146106472A0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AB01B5A-C79B-D230-81F6-2A01C4581658}"/>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1587242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3325F-E33A-E1A0-EDE4-A3878D2EC6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42223957-7B32-9098-5BDE-4CE2B9D1FE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547BCD-8690-5EA3-16F9-9B35B718AAF2}"/>
              </a:ext>
            </a:extLst>
          </p:cNvPr>
          <p:cNvSpPr>
            <a:spLocks noGrp="1"/>
          </p:cNvSpPr>
          <p:nvPr>
            <p:ph type="dt" sz="half" idx="10"/>
          </p:nvPr>
        </p:nvSpPr>
        <p:spPr/>
        <p:txBody>
          <a:bodyPr/>
          <a:lstStyle/>
          <a:p>
            <a:fld id="{FF54E059-85E8-4F57-A042-8DBEA69BACD9}" type="datetimeFigureOut">
              <a:rPr lang="en-CA" smtClean="0"/>
              <a:t>2025-03-27</a:t>
            </a:fld>
            <a:endParaRPr lang="en-CA"/>
          </a:p>
        </p:txBody>
      </p:sp>
      <p:sp>
        <p:nvSpPr>
          <p:cNvPr id="5" name="Footer Placeholder 4">
            <a:extLst>
              <a:ext uri="{FF2B5EF4-FFF2-40B4-BE49-F238E27FC236}">
                <a16:creationId xmlns:a16="http://schemas.microsoft.com/office/drawing/2014/main" id="{9CFF5141-E90A-BB13-EE88-CF423F6B8A5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5D7DC6A-A1CB-7D3C-C2CD-AEB3991FCEBB}"/>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29716116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6BC0E-A578-2F2D-40B6-E8BF81D3145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5E7B959-BABB-D13C-D5E5-C4E337AFD5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1FD11A6-9350-8FA6-C9E3-A4E4E0C52B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43F40DF-D52E-F99B-553D-E452925C4F24}"/>
              </a:ext>
            </a:extLst>
          </p:cNvPr>
          <p:cNvSpPr>
            <a:spLocks noGrp="1"/>
          </p:cNvSpPr>
          <p:nvPr>
            <p:ph type="dt" sz="half" idx="10"/>
          </p:nvPr>
        </p:nvSpPr>
        <p:spPr/>
        <p:txBody>
          <a:bodyPr/>
          <a:lstStyle/>
          <a:p>
            <a:fld id="{FF54E059-85E8-4F57-A042-8DBEA69BACD9}" type="datetimeFigureOut">
              <a:rPr lang="en-CA" smtClean="0"/>
              <a:t>2025-03-27</a:t>
            </a:fld>
            <a:endParaRPr lang="en-CA"/>
          </a:p>
        </p:txBody>
      </p:sp>
      <p:sp>
        <p:nvSpPr>
          <p:cNvPr id="6" name="Footer Placeholder 5">
            <a:extLst>
              <a:ext uri="{FF2B5EF4-FFF2-40B4-BE49-F238E27FC236}">
                <a16:creationId xmlns:a16="http://schemas.microsoft.com/office/drawing/2014/main" id="{A743FF95-5131-486E-1693-6CC920FE027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1CDA454-CE89-8C57-9E3C-62D4B0D4C0B9}"/>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6483990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0DA2D-CCFC-BCE5-CC74-0913D965814D}"/>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F904BAA-EEDD-C178-AFCA-C933208993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BCD27F-BFA8-B234-68A2-87EF1BC6A4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D14A09DC-0A06-231C-FBD3-827701B31D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635E06-1AD9-2FF7-C873-DF7960CE0A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D7666BDE-988E-EA12-B079-F42C990E3CE9}"/>
              </a:ext>
            </a:extLst>
          </p:cNvPr>
          <p:cNvSpPr>
            <a:spLocks noGrp="1"/>
          </p:cNvSpPr>
          <p:nvPr>
            <p:ph type="dt" sz="half" idx="10"/>
          </p:nvPr>
        </p:nvSpPr>
        <p:spPr/>
        <p:txBody>
          <a:bodyPr/>
          <a:lstStyle/>
          <a:p>
            <a:fld id="{FF54E059-85E8-4F57-A042-8DBEA69BACD9}" type="datetimeFigureOut">
              <a:rPr lang="en-CA" smtClean="0"/>
              <a:t>2025-03-27</a:t>
            </a:fld>
            <a:endParaRPr lang="en-CA"/>
          </a:p>
        </p:txBody>
      </p:sp>
      <p:sp>
        <p:nvSpPr>
          <p:cNvPr id="8" name="Footer Placeholder 7">
            <a:extLst>
              <a:ext uri="{FF2B5EF4-FFF2-40B4-BE49-F238E27FC236}">
                <a16:creationId xmlns:a16="http://schemas.microsoft.com/office/drawing/2014/main" id="{A519F044-809A-2762-D5E8-2DCDD1AAA2FB}"/>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65ACB0FF-39D3-FE0E-B1A9-9F124F7FC9EA}"/>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3162078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FC81E-46BA-5614-DBCB-B206823DD9CE}"/>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C2EA461-32A5-93D0-51F6-001608E9184D}"/>
              </a:ext>
            </a:extLst>
          </p:cNvPr>
          <p:cNvSpPr>
            <a:spLocks noGrp="1"/>
          </p:cNvSpPr>
          <p:nvPr>
            <p:ph type="dt" sz="half" idx="10"/>
          </p:nvPr>
        </p:nvSpPr>
        <p:spPr/>
        <p:txBody>
          <a:bodyPr/>
          <a:lstStyle/>
          <a:p>
            <a:fld id="{FF54E059-85E8-4F57-A042-8DBEA69BACD9}" type="datetimeFigureOut">
              <a:rPr lang="en-CA" smtClean="0"/>
              <a:t>2025-03-27</a:t>
            </a:fld>
            <a:endParaRPr lang="en-CA"/>
          </a:p>
        </p:txBody>
      </p:sp>
      <p:sp>
        <p:nvSpPr>
          <p:cNvPr id="4" name="Footer Placeholder 3">
            <a:extLst>
              <a:ext uri="{FF2B5EF4-FFF2-40B4-BE49-F238E27FC236}">
                <a16:creationId xmlns:a16="http://schemas.microsoft.com/office/drawing/2014/main" id="{3944F80A-099E-99FF-C912-5AB42F88876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10B530F-3757-D25C-6C16-52B2C7936E0D}"/>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33509021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8D4A16-3EB6-58DF-E9C3-C69A7A606CC1}"/>
              </a:ext>
            </a:extLst>
          </p:cNvPr>
          <p:cNvSpPr>
            <a:spLocks noGrp="1"/>
          </p:cNvSpPr>
          <p:nvPr>
            <p:ph type="dt" sz="half" idx="10"/>
          </p:nvPr>
        </p:nvSpPr>
        <p:spPr/>
        <p:txBody>
          <a:bodyPr/>
          <a:lstStyle/>
          <a:p>
            <a:fld id="{FF54E059-85E8-4F57-A042-8DBEA69BACD9}" type="datetimeFigureOut">
              <a:rPr lang="en-CA" smtClean="0"/>
              <a:t>2025-03-27</a:t>
            </a:fld>
            <a:endParaRPr lang="en-CA"/>
          </a:p>
        </p:txBody>
      </p:sp>
      <p:sp>
        <p:nvSpPr>
          <p:cNvPr id="3" name="Footer Placeholder 2">
            <a:extLst>
              <a:ext uri="{FF2B5EF4-FFF2-40B4-BE49-F238E27FC236}">
                <a16:creationId xmlns:a16="http://schemas.microsoft.com/office/drawing/2014/main" id="{E54EB5AE-9ADD-A810-935E-61E065716D4C}"/>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057479C7-77DC-E223-C457-B94058F87715}"/>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33397809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C57A4-A7CC-BCC7-AD01-220CE35B2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0E485FA-C6FC-9457-1A8A-0F6E2016FF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D6115A75-75A2-FDC0-1E91-9C55BFD789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F93212-B5A7-593D-6530-8C024A8D75DB}"/>
              </a:ext>
            </a:extLst>
          </p:cNvPr>
          <p:cNvSpPr>
            <a:spLocks noGrp="1"/>
          </p:cNvSpPr>
          <p:nvPr>
            <p:ph type="dt" sz="half" idx="10"/>
          </p:nvPr>
        </p:nvSpPr>
        <p:spPr/>
        <p:txBody>
          <a:bodyPr/>
          <a:lstStyle/>
          <a:p>
            <a:fld id="{FF54E059-85E8-4F57-A042-8DBEA69BACD9}" type="datetimeFigureOut">
              <a:rPr lang="en-CA" smtClean="0"/>
              <a:t>2025-03-27</a:t>
            </a:fld>
            <a:endParaRPr lang="en-CA"/>
          </a:p>
        </p:txBody>
      </p:sp>
      <p:sp>
        <p:nvSpPr>
          <p:cNvPr id="6" name="Footer Placeholder 5">
            <a:extLst>
              <a:ext uri="{FF2B5EF4-FFF2-40B4-BE49-F238E27FC236}">
                <a16:creationId xmlns:a16="http://schemas.microsoft.com/office/drawing/2014/main" id="{FCF68F55-7B92-859E-8698-8C0250F2493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499F140-53EE-C4A3-A518-9C94FAB769B3}"/>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6431250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D70B1-811F-731D-3D63-6E17E16F17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2D8FCD34-0F56-7CEB-8FB8-9164F4EEF2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BD20EABA-9EB0-0A9B-08D2-F4ACBE8C96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0926A9-FE97-329C-3EA9-7E1C27A0D848}"/>
              </a:ext>
            </a:extLst>
          </p:cNvPr>
          <p:cNvSpPr>
            <a:spLocks noGrp="1"/>
          </p:cNvSpPr>
          <p:nvPr>
            <p:ph type="dt" sz="half" idx="10"/>
          </p:nvPr>
        </p:nvSpPr>
        <p:spPr/>
        <p:txBody>
          <a:bodyPr/>
          <a:lstStyle/>
          <a:p>
            <a:fld id="{FF54E059-85E8-4F57-A042-8DBEA69BACD9}" type="datetimeFigureOut">
              <a:rPr lang="en-CA" smtClean="0"/>
              <a:t>2025-03-27</a:t>
            </a:fld>
            <a:endParaRPr lang="en-CA"/>
          </a:p>
        </p:txBody>
      </p:sp>
      <p:sp>
        <p:nvSpPr>
          <p:cNvPr id="6" name="Footer Placeholder 5">
            <a:extLst>
              <a:ext uri="{FF2B5EF4-FFF2-40B4-BE49-F238E27FC236}">
                <a16:creationId xmlns:a16="http://schemas.microsoft.com/office/drawing/2014/main" id="{46E4AA22-ACBE-0BF6-821F-2372C9D9BDF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9AACF00-BE75-89F1-7054-9E7F94477497}"/>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31972813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698CD-D240-E3C4-7827-5A80FD312F2E}"/>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B92BAE2-E8D5-4F20-1C3D-81F9EB8816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BDCA676-6992-BD05-A45F-E832FFB226B4}"/>
              </a:ext>
            </a:extLst>
          </p:cNvPr>
          <p:cNvSpPr>
            <a:spLocks noGrp="1"/>
          </p:cNvSpPr>
          <p:nvPr>
            <p:ph type="dt" sz="half" idx="10"/>
          </p:nvPr>
        </p:nvSpPr>
        <p:spPr/>
        <p:txBody>
          <a:bodyPr/>
          <a:lstStyle/>
          <a:p>
            <a:fld id="{FF54E059-85E8-4F57-A042-8DBEA69BACD9}" type="datetimeFigureOut">
              <a:rPr lang="en-CA" smtClean="0"/>
              <a:t>2025-03-27</a:t>
            </a:fld>
            <a:endParaRPr lang="en-CA"/>
          </a:p>
        </p:txBody>
      </p:sp>
      <p:sp>
        <p:nvSpPr>
          <p:cNvPr id="5" name="Footer Placeholder 4">
            <a:extLst>
              <a:ext uri="{FF2B5EF4-FFF2-40B4-BE49-F238E27FC236}">
                <a16:creationId xmlns:a16="http://schemas.microsoft.com/office/drawing/2014/main" id="{3CF066E6-DBFA-D8A2-CE35-31F86783AD7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CDEAD8C-AF5F-63AE-526E-D2B3A5AEB62E}"/>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15033884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DD4CA4-C582-07D6-800F-A874B1FDB0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D0E2128-39FF-B921-5023-FE62D7E9E6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B7278F5-6B9B-C2FD-6868-AFCF6AF9D647}"/>
              </a:ext>
            </a:extLst>
          </p:cNvPr>
          <p:cNvSpPr>
            <a:spLocks noGrp="1"/>
          </p:cNvSpPr>
          <p:nvPr>
            <p:ph type="dt" sz="half" idx="10"/>
          </p:nvPr>
        </p:nvSpPr>
        <p:spPr/>
        <p:txBody>
          <a:bodyPr/>
          <a:lstStyle/>
          <a:p>
            <a:fld id="{FF54E059-85E8-4F57-A042-8DBEA69BACD9}" type="datetimeFigureOut">
              <a:rPr lang="en-CA" smtClean="0"/>
              <a:t>2025-03-27</a:t>
            </a:fld>
            <a:endParaRPr lang="en-CA"/>
          </a:p>
        </p:txBody>
      </p:sp>
      <p:sp>
        <p:nvSpPr>
          <p:cNvPr id="5" name="Footer Placeholder 4">
            <a:extLst>
              <a:ext uri="{FF2B5EF4-FFF2-40B4-BE49-F238E27FC236}">
                <a16:creationId xmlns:a16="http://schemas.microsoft.com/office/drawing/2014/main" id="{727D7699-8D50-368E-74D3-9FA5104A345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366B35E-6AD6-55FD-2EEC-124F71A893C2}"/>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29287058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2C930F-B93B-78F0-BCAC-D0134FE608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30E20D6C-959A-EFEE-C512-B71F52BD2C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4F48FEC-6842-2382-A7F7-3F7BC7E033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54E059-85E8-4F57-A042-8DBEA69BACD9}" type="datetimeFigureOut">
              <a:rPr lang="en-CA" smtClean="0"/>
              <a:t>2025-03-27</a:t>
            </a:fld>
            <a:endParaRPr lang="en-CA"/>
          </a:p>
        </p:txBody>
      </p:sp>
      <p:sp>
        <p:nvSpPr>
          <p:cNvPr id="5" name="Footer Placeholder 4">
            <a:extLst>
              <a:ext uri="{FF2B5EF4-FFF2-40B4-BE49-F238E27FC236}">
                <a16:creationId xmlns:a16="http://schemas.microsoft.com/office/drawing/2014/main" id="{3988E6C7-B1DB-47E2-326B-F234514893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7632A14E-3C42-932F-3F1E-59F61E6702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EB28FF-6D58-466A-8F39-9E964E2BC39D}" type="slidenum">
              <a:rPr lang="en-CA" smtClean="0"/>
              <a:t>‹#›</a:t>
            </a:fld>
            <a:endParaRPr lang="en-CA"/>
          </a:p>
        </p:txBody>
      </p:sp>
    </p:spTree>
    <p:extLst>
      <p:ext uri="{BB962C8B-B14F-4D97-AF65-F5344CB8AC3E}">
        <p14:creationId xmlns:p14="http://schemas.microsoft.com/office/powerpoint/2010/main" val="2532196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B5E84F-6817-E7C8-E782-515D503C1C0D}"/>
              </a:ext>
            </a:extLst>
          </p:cNvPr>
          <p:cNvSpPr>
            <a:spLocks noGrp="1"/>
          </p:cNvSpPr>
          <p:nvPr>
            <p:ph type="ctrTitle"/>
          </p:nvPr>
        </p:nvSpPr>
        <p:spPr>
          <a:xfrm>
            <a:off x="2197101" y="735283"/>
            <a:ext cx="4978399" cy="3165045"/>
          </a:xfrm>
        </p:spPr>
        <p:txBody>
          <a:bodyPr anchor="b">
            <a:normAutofit/>
          </a:bodyPr>
          <a:lstStyle/>
          <a:p>
            <a:pPr algn="l"/>
            <a:r>
              <a:rPr lang="en-US" sz="5200"/>
              <a:t>Rummy Card Game</a:t>
            </a:r>
            <a:endParaRPr lang="en-CA" sz="5200"/>
          </a:p>
        </p:txBody>
      </p:sp>
      <p:sp>
        <p:nvSpPr>
          <p:cNvPr id="3" name="Subtitle 2">
            <a:extLst>
              <a:ext uri="{FF2B5EF4-FFF2-40B4-BE49-F238E27FC236}">
                <a16:creationId xmlns:a16="http://schemas.microsoft.com/office/drawing/2014/main" id="{5DC9382C-C974-E0FF-A6AF-4EF60359F122}"/>
              </a:ext>
            </a:extLst>
          </p:cNvPr>
          <p:cNvSpPr>
            <a:spLocks noGrp="1"/>
          </p:cNvSpPr>
          <p:nvPr>
            <p:ph type="subTitle" idx="1"/>
          </p:nvPr>
        </p:nvSpPr>
        <p:spPr>
          <a:xfrm>
            <a:off x="2197101" y="4078423"/>
            <a:ext cx="4978399" cy="2058657"/>
          </a:xfrm>
        </p:spPr>
        <p:txBody>
          <a:bodyPr>
            <a:normAutofit/>
          </a:bodyPr>
          <a:lstStyle/>
          <a:p>
            <a:pPr algn="l"/>
            <a:r>
              <a:rPr lang="en-US"/>
              <a:t>By: Ruhani Jindal and Celeste Lopez-Boulton</a:t>
            </a:r>
          </a:p>
          <a:p>
            <a:pPr algn="l"/>
            <a:r>
              <a:rPr lang="en-CA" i="1"/>
              <a:t>CS40S-007 Final Project 2025</a:t>
            </a:r>
            <a:endParaRPr lang="en-US" i="1"/>
          </a:p>
        </p:txBody>
      </p:sp>
      <p:pic>
        <p:nvPicPr>
          <p:cNvPr id="7" name="Graphic 6" descr="Playing Cards">
            <a:extLst>
              <a:ext uri="{FF2B5EF4-FFF2-40B4-BE49-F238E27FC236}">
                <a16:creationId xmlns:a16="http://schemas.microsoft.com/office/drawing/2014/main" id="{26EA57F4-48E6-6631-9ACC-C63CFA1188A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7549" y="2776619"/>
            <a:ext cx="1289051" cy="1289051"/>
          </a:xfrm>
          <a:prstGeom prst="rect">
            <a:avLst/>
          </a:prstGeom>
        </p:spPr>
      </p:pic>
      <p:pic>
        <p:nvPicPr>
          <p:cNvPr id="9" name="Graphic 8" descr="Playing Cards">
            <a:extLst>
              <a:ext uri="{FF2B5EF4-FFF2-40B4-BE49-F238E27FC236}">
                <a16:creationId xmlns:a16="http://schemas.microsoft.com/office/drawing/2014/main" id="{8B3008E3-BC8C-4146-84ED-8BFCB6BA31B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37094043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857C34B-ACC4-00BF-6D27-834D1D69B607}"/>
              </a:ext>
            </a:extLst>
          </p:cNvPr>
          <p:cNvPicPr>
            <a:picLocks noChangeAspect="1"/>
          </p:cNvPicPr>
          <p:nvPr/>
        </p:nvPicPr>
        <p:blipFill>
          <a:blip r:embed="rId3">
            <a:duotone>
              <a:schemeClr val="bg2">
                <a:shade val="45000"/>
                <a:satMod val="135000"/>
              </a:schemeClr>
              <a:prstClr val="white"/>
            </a:duotone>
          </a:blip>
          <a:srcRect b="12791"/>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D1CF72-C5F7-87F3-2521-D6D48040BDB3}"/>
              </a:ext>
            </a:extLst>
          </p:cNvPr>
          <p:cNvSpPr>
            <a:spLocks noGrp="1"/>
          </p:cNvSpPr>
          <p:nvPr>
            <p:ph type="title"/>
          </p:nvPr>
        </p:nvSpPr>
        <p:spPr>
          <a:xfrm>
            <a:off x="838200" y="365125"/>
            <a:ext cx="10515600" cy="1325563"/>
          </a:xfrm>
        </p:spPr>
        <p:txBody>
          <a:bodyPr>
            <a:normAutofit/>
          </a:bodyPr>
          <a:lstStyle/>
          <a:p>
            <a:r>
              <a:rPr lang="en-US"/>
              <a:t>Table of Contents</a:t>
            </a:r>
            <a:endParaRPr lang="en-CA"/>
          </a:p>
        </p:txBody>
      </p:sp>
      <p:graphicFrame>
        <p:nvGraphicFramePr>
          <p:cNvPr id="5" name="Content Placeholder 2">
            <a:extLst>
              <a:ext uri="{FF2B5EF4-FFF2-40B4-BE49-F238E27FC236}">
                <a16:creationId xmlns:a16="http://schemas.microsoft.com/office/drawing/2014/main" id="{81F4A98E-D28A-E07D-ECB4-B33AF0370676}"/>
              </a:ext>
            </a:extLst>
          </p:cNvPr>
          <p:cNvGraphicFramePr>
            <a:graphicFrameLocks noGrp="1"/>
          </p:cNvGraphicFramePr>
          <p:nvPr>
            <p:ph idx="1"/>
            <p:extLst>
              <p:ext uri="{D42A27DB-BD31-4B8C-83A1-F6EECF244321}">
                <p14:modId xmlns:p14="http://schemas.microsoft.com/office/powerpoint/2010/main" val="421198183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497158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E123580-F0CC-DE7A-2183-26664A7E4D18}"/>
              </a:ext>
            </a:extLst>
          </p:cNvPr>
          <p:cNvSpPr>
            <a:spLocks noGrp="1"/>
          </p:cNvSpPr>
          <p:nvPr>
            <p:ph type="title"/>
          </p:nvPr>
        </p:nvSpPr>
        <p:spPr>
          <a:xfrm>
            <a:off x="838200" y="673770"/>
            <a:ext cx="3220329" cy="2027227"/>
          </a:xfrm>
        </p:spPr>
        <p:txBody>
          <a:bodyPr anchor="t">
            <a:normAutofit/>
          </a:bodyPr>
          <a:lstStyle/>
          <a:p>
            <a:r>
              <a:rPr lang="en-US" sz="5400">
                <a:solidFill>
                  <a:srgbClr val="FFFFFF"/>
                </a:solidFill>
              </a:rPr>
              <a:t>Objective</a:t>
            </a:r>
          </a:p>
        </p:txBody>
      </p:sp>
      <p:graphicFrame>
        <p:nvGraphicFramePr>
          <p:cNvPr id="23" name="Content Placeholder 2">
            <a:extLst>
              <a:ext uri="{FF2B5EF4-FFF2-40B4-BE49-F238E27FC236}">
                <a16:creationId xmlns:a16="http://schemas.microsoft.com/office/drawing/2014/main" id="{0A0B315D-AE2F-107B-9768-A290E607875F}"/>
              </a:ext>
            </a:extLst>
          </p:cNvPr>
          <p:cNvGraphicFramePr>
            <a:graphicFrameLocks noGrp="1"/>
          </p:cNvGraphicFramePr>
          <p:nvPr>
            <p:ph idx="1"/>
            <p:extLst>
              <p:ext uri="{D42A27DB-BD31-4B8C-83A1-F6EECF244321}">
                <p14:modId xmlns:p14="http://schemas.microsoft.com/office/powerpoint/2010/main" val="1098124445"/>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977592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8AFE55-AC80-2C68-07DD-13A6BBB95AD2}"/>
              </a:ext>
            </a:extLst>
          </p:cNvPr>
          <p:cNvSpPr>
            <a:spLocks noGrp="1"/>
          </p:cNvSpPr>
          <p:nvPr>
            <p:ph type="title"/>
          </p:nvPr>
        </p:nvSpPr>
        <p:spPr>
          <a:xfrm>
            <a:off x="572493" y="238539"/>
            <a:ext cx="11018520" cy="1434415"/>
          </a:xfrm>
        </p:spPr>
        <p:txBody>
          <a:bodyPr anchor="b">
            <a:normAutofit/>
          </a:bodyPr>
          <a:lstStyle/>
          <a:p>
            <a:r>
              <a:rPr lang="en-US" sz="5400"/>
              <a:t>About Rummy</a:t>
            </a:r>
          </a:p>
        </p:txBody>
      </p:sp>
      <p:sp>
        <p:nvSpPr>
          <p:cNvPr id="18"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5273B243-9F3C-AE10-76CA-ABF996955976}"/>
              </a:ext>
            </a:extLst>
          </p:cNvPr>
          <p:cNvSpPr>
            <a:spLocks noGrp="1"/>
          </p:cNvSpPr>
          <p:nvPr>
            <p:ph idx="1"/>
          </p:nvPr>
        </p:nvSpPr>
        <p:spPr>
          <a:xfrm>
            <a:off x="572493" y="2071316"/>
            <a:ext cx="6713552" cy="4119172"/>
          </a:xfrm>
        </p:spPr>
        <p:txBody>
          <a:bodyPr vert="horz" lIns="91440" tIns="45720" rIns="91440" bIns="45720" rtlCol="0" anchor="t">
            <a:normAutofit/>
          </a:bodyPr>
          <a:lstStyle/>
          <a:p>
            <a:pPr marL="0" indent="0">
              <a:buNone/>
            </a:pPr>
            <a:r>
              <a:rPr lang="en-US" sz="1500" b="1"/>
              <a:t>Goal</a:t>
            </a:r>
            <a:endParaRPr lang="en-US" sz="1500"/>
          </a:p>
          <a:p>
            <a:r>
              <a:rPr lang="en-US" sz="1500"/>
              <a:t>Be the first to get rid of all your cards. Each round starts by the player picking up a card and ends with discarding a card.</a:t>
            </a:r>
          </a:p>
          <a:p>
            <a:pPr marL="0" indent="0">
              <a:buNone/>
            </a:pPr>
            <a:endParaRPr lang="en-US" sz="1500" b="1"/>
          </a:p>
          <a:p>
            <a:pPr marL="0" indent="0">
              <a:buNone/>
            </a:pPr>
            <a:r>
              <a:rPr lang="en-US" sz="1500" b="1"/>
              <a:t>Game</a:t>
            </a:r>
            <a:endParaRPr lang="en-US" sz="1500"/>
          </a:p>
          <a:p>
            <a:pPr marL="0" indent="0">
              <a:buNone/>
            </a:pPr>
            <a:r>
              <a:rPr lang="en-US" sz="1500"/>
              <a:t>1. Players create 'melds'</a:t>
            </a:r>
          </a:p>
          <a:p>
            <a:r>
              <a:rPr lang="en-US" sz="1500"/>
              <a:t>Runs: consecutive sequences of three or more cards of the same suit</a:t>
            </a:r>
          </a:p>
          <a:p>
            <a:r>
              <a:rPr lang="en-US" sz="1500"/>
              <a:t>Sets: collections of three or more cards of the same rank with different suits</a:t>
            </a:r>
          </a:p>
          <a:p>
            <a:pPr marL="0" indent="0">
              <a:buNone/>
            </a:pPr>
            <a:r>
              <a:rPr lang="en-US" sz="1500"/>
              <a:t>2. Layoff a card</a:t>
            </a:r>
          </a:p>
          <a:p>
            <a:r>
              <a:rPr lang="en-US" sz="1500"/>
              <a:t>Put down a card that matches one of the existing melds</a:t>
            </a:r>
          </a:p>
          <a:p>
            <a:pPr marL="0" indent="0">
              <a:buNone/>
            </a:pPr>
            <a:r>
              <a:rPr lang="en-US" sz="1500" b="1"/>
              <a:t> </a:t>
            </a:r>
          </a:p>
        </p:txBody>
      </p:sp>
      <p:pic>
        <p:nvPicPr>
          <p:cNvPr id="4" name="Picture 3" descr="How To Play Penang Rummy">
            <a:extLst>
              <a:ext uri="{FF2B5EF4-FFF2-40B4-BE49-F238E27FC236}">
                <a16:creationId xmlns:a16="http://schemas.microsoft.com/office/drawing/2014/main" id="{EE57E129-8F7F-D249-9021-F7E575BAE7DC}"/>
              </a:ext>
            </a:extLst>
          </p:cNvPr>
          <p:cNvPicPr>
            <a:picLocks noChangeAspect="1"/>
          </p:cNvPicPr>
          <p:nvPr/>
        </p:nvPicPr>
        <p:blipFill>
          <a:blip r:embed="rId2"/>
          <a:srcRect r="-3" b="11645"/>
          <a:stretch/>
        </p:blipFill>
        <p:spPr>
          <a:xfrm>
            <a:off x="7675658" y="2093976"/>
            <a:ext cx="3941064" cy="4096512"/>
          </a:xfrm>
          <a:prstGeom prst="rect">
            <a:avLst/>
          </a:prstGeom>
        </p:spPr>
      </p:pic>
    </p:spTree>
    <p:extLst>
      <p:ext uri="{BB962C8B-B14F-4D97-AF65-F5344CB8AC3E}">
        <p14:creationId xmlns:p14="http://schemas.microsoft.com/office/powerpoint/2010/main" val="41987743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FBEDE6-3A20-06C0-A89C-71844D0DB233}"/>
              </a:ext>
            </a:extLst>
          </p:cNvPr>
          <p:cNvSpPr>
            <a:spLocks noGrp="1"/>
          </p:cNvSpPr>
          <p:nvPr>
            <p:ph type="title"/>
          </p:nvPr>
        </p:nvSpPr>
        <p:spPr>
          <a:xfrm>
            <a:off x="635000" y="640823"/>
            <a:ext cx="3418659" cy="5583148"/>
          </a:xfrm>
        </p:spPr>
        <p:txBody>
          <a:bodyPr anchor="ctr">
            <a:normAutofit/>
          </a:bodyPr>
          <a:lstStyle/>
          <a:p>
            <a:r>
              <a:rPr lang="en-US" sz="5400"/>
              <a:t>Problem Statement</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FC6065C-275A-92A5-AF09-3DA1D8601CDB}"/>
              </a:ext>
            </a:extLst>
          </p:cNvPr>
          <p:cNvGraphicFramePr>
            <a:graphicFrameLocks noGrp="1"/>
          </p:cNvGraphicFramePr>
          <p:nvPr>
            <p:ph idx="1"/>
            <p:extLst>
              <p:ext uri="{D42A27DB-BD31-4B8C-83A1-F6EECF244321}">
                <p14:modId xmlns:p14="http://schemas.microsoft.com/office/powerpoint/2010/main" val="2935345195"/>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04678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BD1F79-CA94-9B1F-660C-923F548F108E}"/>
              </a:ext>
            </a:extLst>
          </p:cNvPr>
          <p:cNvSpPr>
            <a:spLocks noGrp="1"/>
          </p:cNvSpPr>
          <p:nvPr>
            <p:ph type="title"/>
          </p:nvPr>
        </p:nvSpPr>
        <p:spPr>
          <a:xfrm>
            <a:off x="635000" y="640823"/>
            <a:ext cx="3418659" cy="5583148"/>
          </a:xfrm>
        </p:spPr>
        <p:txBody>
          <a:bodyPr anchor="ctr">
            <a:normAutofit/>
          </a:bodyPr>
          <a:lstStyle/>
          <a:p>
            <a:r>
              <a:rPr lang="en-US" sz="5400"/>
              <a:t>Why Rummy?</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00A1D88-33B8-66AC-DF7A-CEFF9C8541B3}"/>
              </a:ext>
            </a:extLst>
          </p:cNvPr>
          <p:cNvGraphicFramePr>
            <a:graphicFrameLocks noGrp="1"/>
          </p:cNvGraphicFramePr>
          <p:nvPr>
            <p:ph idx="1"/>
            <p:extLst>
              <p:ext uri="{D42A27DB-BD31-4B8C-83A1-F6EECF244321}">
                <p14:modId xmlns:p14="http://schemas.microsoft.com/office/powerpoint/2010/main" val="2025864428"/>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5328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7089720-0F75-4EE2-D37C-0D1FC6859BE8}"/>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Solution Methodology</a:t>
            </a:r>
          </a:p>
        </p:txBody>
      </p:sp>
      <p:graphicFrame>
        <p:nvGraphicFramePr>
          <p:cNvPr id="22" name="Rectangle 3">
            <a:extLst>
              <a:ext uri="{FF2B5EF4-FFF2-40B4-BE49-F238E27FC236}">
                <a16:creationId xmlns:a16="http://schemas.microsoft.com/office/drawing/2014/main" id="{DB045ABD-7B06-442F-248E-B02C3FD6F820}"/>
              </a:ext>
            </a:extLst>
          </p:cNvPr>
          <p:cNvGraphicFramePr>
            <a:graphicFrameLocks noGrp="1"/>
          </p:cNvGraphicFramePr>
          <p:nvPr>
            <p:ph idx="1"/>
            <p:extLst>
              <p:ext uri="{D42A27DB-BD31-4B8C-83A1-F6EECF244321}">
                <p14:modId xmlns:p14="http://schemas.microsoft.com/office/powerpoint/2010/main" val="67692912"/>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147090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C0E77E-5F31-A068-6A38-AC216825316A}"/>
              </a:ext>
            </a:extLst>
          </p:cNvPr>
          <p:cNvSpPr>
            <a:spLocks noGrp="1"/>
          </p:cNvSpPr>
          <p:nvPr>
            <p:ph type="title"/>
          </p:nvPr>
        </p:nvSpPr>
        <p:spPr>
          <a:xfrm>
            <a:off x="686834" y="1153572"/>
            <a:ext cx="3200400" cy="4461163"/>
          </a:xfrm>
        </p:spPr>
        <p:txBody>
          <a:bodyPr>
            <a:normAutofit/>
          </a:bodyPr>
          <a:lstStyle/>
          <a:p>
            <a:r>
              <a:rPr lang="en-CA">
                <a:solidFill>
                  <a:srgbClr val="FFFFFF"/>
                </a:solidFill>
              </a:rPr>
              <a:t>Experimental Framework </a:t>
            </a:r>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8D67F39-0C9C-9F65-BE5E-7FE5ABFAB87A}"/>
              </a:ext>
            </a:extLst>
          </p:cNvPr>
          <p:cNvSpPr>
            <a:spLocks noGrp="1"/>
          </p:cNvSpPr>
          <p:nvPr>
            <p:ph idx="1"/>
          </p:nvPr>
        </p:nvSpPr>
        <p:spPr>
          <a:xfrm>
            <a:off x="4447308" y="591344"/>
            <a:ext cx="6906491" cy="5585619"/>
          </a:xfrm>
        </p:spPr>
        <p:txBody>
          <a:bodyPr anchor="ctr">
            <a:normAutofit/>
          </a:bodyPr>
          <a:lstStyle/>
          <a:p>
            <a:r>
              <a:rPr lang="en-US"/>
              <a:t>Original Plan vs What we did</a:t>
            </a:r>
          </a:p>
          <a:p>
            <a:pPr lvl="1"/>
            <a:r>
              <a:rPr lang="en-US"/>
              <a:t>Planned to split up tasks with Celeste doing the backend coding and Ruhani doing the frontend coding</a:t>
            </a:r>
          </a:p>
          <a:p>
            <a:pPr lvl="1"/>
            <a:r>
              <a:rPr lang="en-US"/>
              <a:t>We shifted to a more parallel development style with more granular task division</a:t>
            </a:r>
          </a:p>
          <a:p>
            <a:pPr lvl="1"/>
            <a:r>
              <a:rPr lang="en-US"/>
              <a:t>Adaptability helped us a lot</a:t>
            </a:r>
          </a:p>
        </p:txBody>
      </p:sp>
    </p:spTree>
    <p:extLst>
      <p:ext uri="{BB962C8B-B14F-4D97-AF65-F5344CB8AC3E}">
        <p14:creationId xmlns:p14="http://schemas.microsoft.com/office/powerpoint/2010/main" val="13441186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4D0F03-281D-B992-C3C5-98D96DDA5418}"/>
              </a:ext>
            </a:extLst>
          </p:cNvPr>
          <p:cNvSpPr>
            <a:spLocks noGrp="1"/>
          </p:cNvSpPr>
          <p:nvPr>
            <p:ph type="title"/>
          </p:nvPr>
        </p:nvSpPr>
        <p:spPr>
          <a:xfrm>
            <a:off x="635000" y="640823"/>
            <a:ext cx="3418659" cy="5583148"/>
          </a:xfrm>
        </p:spPr>
        <p:txBody>
          <a:bodyPr anchor="ctr">
            <a:normAutofit/>
          </a:bodyPr>
          <a:lstStyle/>
          <a:p>
            <a:r>
              <a:rPr lang="en-CA" sz="5000"/>
              <a:t>Process, Challenges, and Lessons</a:t>
            </a:r>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Rectangle 1">
            <a:extLst>
              <a:ext uri="{FF2B5EF4-FFF2-40B4-BE49-F238E27FC236}">
                <a16:creationId xmlns:a16="http://schemas.microsoft.com/office/drawing/2014/main" id="{DE83947C-0808-B433-3D5D-6261C9FA8DAD}"/>
              </a:ext>
            </a:extLst>
          </p:cNvPr>
          <p:cNvGraphicFramePr>
            <a:graphicFrameLocks noGrp="1"/>
          </p:cNvGraphicFramePr>
          <p:nvPr>
            <p:ph idx="1"/>
            <p:extLst>
              <p:ext uri="{D42A27DB-BD31-4B8C-83A1-F6EECF244321}">
                <p14:modId xmlns:p14="http://schemas.microsoft.com/office/powerpoint/2010/main" val="2750735054"/>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24892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E0A6C1-6673-BF23-5D89-D77ED18ACC16}"/>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Timeline</a:t>
            </a:r>
          </a:p>
        </p:txBody>
      </p:sp>
      <p:pic>
        <p:nvPicPr>
          <p:cNvPr id="5" name="Content Placeholder 4">
            <a:extLst>
              <a:ext uri="{FF2B5EF4-FFF2-40B4-BE49-F238E27FC236}">
                <a16:creationId xmlns:a16="http://schemas.microsoft.com/office/drawing/2014/main" id="{61E4E267-A1BE-A890-E398-F3F7BE4EC4A2}"/>
              </a:ext>
            </a:extLst>
          </p:cNvPr>
          <p:cNvPicPr>
            <a:picLocks noGrp="1" noChangeAspect="1"/>
          </p:cNvPicPr>
          <p:nvPr>
            <p:ph idx="1"/>
          </p:nvPr>
        </p:nvPicPr>
        <p:blipFill>
          <a:blip r:embed="rId2"/>
          <a:stretch>
            <a:fillRect/>
          </a:stretch>
        </p:blipFill>
        <p:spPr>
          <a:xfrm>
            <a:off x="4777316" y="978308"/>
            <a:ext cx="6780700" cy="4899055"/>
          </a:xfrm>
          <a:prstGeom prst="rect">
            <a:avLst/>
          </a:prstGeom>
        </p:spPr>
      </p:pic>
    </p:spTree>
    <p:extLst>
      <p:ext uri="{BB962C8B-B14F-4D97-AF65-F5344CB8AC3E}">
        <p14:creationId xmlns:p14="http://schemas.microsoft.com/office/powerpoint/2010/main" val="11012270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BEEED-FB40-62A4-FD56-BEB4932E4BF3}"/>
              </a:ext>
            </a:extLst>
          </p:cNvPr>
          <p:cNvSpPr>
            <a:spLocks noGrp="1"/>
          </p:cNvSpPr>
          <p:nvPr>
            <p:ph type="title"/>
          </p:nvPr>
        </p:nvSpPr>
        <p:spPr/>
        <p:txBody>
          <a:bodyPr>
            <a:normAutofit/>
          </a:bodyPr>
          <a:lstStyle/>
          <a:p>
            <a:r>
              <a:rPr lang="en-US" sz="5000"/>
              <a:t>How the Code Works</a:t>
            </a:r>
          </a:p>
        </p:txBody>
      </p:sp>
      <p:sp>
        <p:nvSpPr>
          <p:cNvPr id="3" name="Content Placeholder 2">
            <a:extLst>
              <a:ext uri="{FF2B5EF4-FFF2-40B4-BE49-F238E27FC236}">
                <a16:creationId xmlns:a16="http://schemas.microsoft.com/office/drawing/2014/main" id="{0CF19467-04EC-97C2-56CF-BCCFCB5F01EC}"/>
              </a:ext>
            </a:extLst>
          </p:cNvPr>
          <p:cNvSpPr>
            <a:spLocks noGrp="1"/>
          </p:cNvSpPr>
          <p:nvPr>
            <p:ph idx="1"/>
          </p:nvPr>
        </p:nvSpPr>
        <p:spPr>
          <a:xfrm>
            <a:off x="838200" y="1825625"/>
            <a:ext cx="3348039" cy="4684712"/>
          </a:xfrm>
        </p:spPr>
        <p:txBody>
          <a:bodyPr vert="horz" lIns="91440" tIns="45720" rIns="91440" bIns="45720" rtlCol="0" anchor="t">
            <a:normAutofit lnSpcReduction="10000"/>
          </a:bodyPr>
          <a:lstStyle/>
          <a:p>
            <a:pPr marL="0" indent="0">
              <a:buNone/>
            </a:pPr>
            <a:r>
              <a:rPr lang="en-US" sz="2000" b="1"/>
              <a:t>meld()</a:t>
            </a:r>
          </a:p>
          <a:p>
            <a:pPr marL="514350" indent="-514350"/>
            <a:r>
              <a:rPr lang="en-US" sz="2000"/>
              <a:t>Ask user for type (runs or sets).</a:t>
            </a:r>
          </a:p>
          <a:p>
            <a:pPr marL="514350" indent="-514350"/>
            <a:r>
              <a:rPr lang="en-US" sz="2000"/>
              <a:t>Go to respective section of code.</a:t>
            </a:r>
          </a:p>
          <a:p>
            <a:pPr marL="514350" indent="-514350"/>
            <a:r>
              <a:rPr lang="en-US" sz="2000"/>
              <a:t>Input: 1 2 3  (1st card,  2nd card, 3rd card), must be in ascending order.</a:t>
            </a:r>
          </a:p>
          <a:p>
            <a:pPr marL="0" indent="0">
              <a:buNone/>
            </a:pPr>
            <a:r>
              <a:rPr lang="en-US" sz="2000" b="1"/>
              <a:t>Runs</a:t>
            </a:r>
          </a:p>
          <a:p>
            <a:pPr marL="514350" indent="-514350"/>
            <a:r>
              <a:rPr lang="en-US" sz="2000"/>
              <a:t>Is the meld valid?</a:t>
            </a:r>
          </a:p>
          <a:p>
            <a:pPr marL="514350" indent="-514350"/>
            <a:r>
              <a:rPr lang="en-US" sz="2000"/>
              <a:t>Are the suits matching?</a:t>
            </a:r>
          </a:p>
          <a:p>
            <a:pPr marL="514350" indent="-514350"/>
            <a:r>
              <a:rPr lang="en-US" sz="2000" err="1"/>
              <a:t>rank_to_value</a:t>
            </a:r>
            <a:r>
              <a:rPr lang="en-US" sz="2000"/>
              <a:t>(), simple dictionary</a:t>
            </a:r>
          </a:p>
          <a:p>
            <a:pPr marL="514350" indent="-514350"/>
            <a:endParaRPr lang="en-US" sz="2000"/>
          </a:p>
          <a:p>
            <a:pPr marL="514350" indent="-514350"/>
            <a:endParaRPr lang="en-US" sz="2000"/>
          </a:p>
          <a:p>
            <a:pPr marL="0" indent="0">
              <a:buNone/>
            </a:pPr>
            <a:endParaRPr lang="en-US" sz="2000"/>
          </a:p>
          <a:p>
            <a:pPr marL="514350" indent="-514350"/>
            <a:endParaRPr lang="en-US"/>
          </a:p>
          <a:p>
            <a:pPr marL="514350" indent="-514350"/>
            <a:endParaRPr lang="en-US"/>
          </a:p>
          <a:p>
            <a:pPr marL="514350" indent="-514350"/>
            <a:endParaRPr lang="en-US"/>
          </a:p>
          <a:p>
            <a:pPr marL="514350" indent="-514350"/>
            <a:endParaRPr lang="en-US"/>
          </a:p>
          <a:p>
            <a:endParaRPr lang="en-US"/>
          </a:p>
        </p:txBody>
      </p:sp>
      <p:sp>
        <p:nvSpPr>
          <p:cNvPr id="5" name="TextBox 4">
            <a:extLst>
              <a:ext uri="{FF2B5EF4-FFF2-40B4-BE49-F238E27FC236}">
                <a16:creationId xmlns:a16="http://schemas.microsoft.com/office/drawing/2014/main" id="{F327A56A-AEB5-9FCD-B7C3-6725CC509F00}"/>
              </a:ext>
            </a:extLst>
          </p:cNvPr>
          <p:cNvSpPr txBox="1"/>
          <p:nvPr/>
        </p:nvSpPr>
        <p:spPr>
          <a:xfrm>
            <a:off x="4542233" y="2208608"/>
            <a:ext cx="7154465" cy="36009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BCBEC4"/>
                </a:solidFill>
                <a:latin typeface="Consolas"/>
              </a:rPr>
              <a:t>valid = </a:t>
            </a:r>
            <a:r>
              <a:rPr lang="en-US" sz="1200">
                <a:solidFill>
                  <a:srgbClr val="CF8E6D"/>
                </a:solidFill>
                <a:latin typeface="Consolas"/>
              </a:rPr>
              <a:t>True</a:t>
            </a:r>
            <a:br>
              <a:rPr lang="en-US" sz="1200">
                <a:latin typeface="Consolas"/>
              </a:rPr>
            </a:br>
            <a:r>
              <a:rPr lang="en-US" sz="1200">
                <a:solidFill>
                  <a:srgbClr val="CF8E6D"/>
                </a:solidFill>
                <a:latin typeface="Consolas"/>
              </a:rPr>
              <a:t>for </a:t>
            </a:r>
            <a:r>
              <a:rPr lang="en-US" sz="1200" err="1">
                <a:solidFill>
                  <a:srgbClr val="BCBEC4"/>
                </a:solidFill>
                <a:latin typeface="Consolas"/>
              </a:rPr>
              <a:t>i</a:t>
            </a:r>
            <a:r>
              <a:rPr lang="en-US" sz="1200">
                <a:solidFill>
                  <a:srgbClr val="BCBEC4"/>
                </a:solidFill>
                <a:latin typeface="Consolas"/>
              </a:rPr>
              <a:t> </a:t>
            </a:r>
            <a:r>
              <a:rPr lang="en-US" sz="1200">
                <a:solidFill>
                  <a:srgbClr val="CF8E6D"/>
                </a:solidFill>
                <a:latin typeface="Consolas"/>
              </a:rPr>
              <a:t>in </a:t>
            </a:r>
            <a:r>
              <a:rPr lang="en-US" sz="1200">
                <a:solidFill>
                  <a:srgbClr val="8888C6"/>
                </a:solidFill>
                <a:latin typeface="Consolas"/>
              </a:rPr>
              <a:t>range</a:t>
            </a:r>
            <a:r>
              <a:rPr lang="en-US" sz="1200">
                <a:solidFill>
                  <a:srgbClr val="BCBEC4"/>
                </a:solidFill>
                <a:latin typeface="Consolas"/>
              </a:rPr>
              <a:t>(</a:t>
            </a:r>
            <a:r>
              <a:rPr lang="en-US" sz="1200" err="1">
                <a:solidFill>
                  <a:srgbClr val="8888C6"/>
                </a:solidFill>
                <a:latin typeface="Consolas"/>
              </a:rPr>
              <a:t>len</a:t>
            </a:r>
            <a:r>
              <a:rPr lang="en-US" sz="1200">
                <a:solidFill>
                  <a:srgbClr val="BCBEC4"/>
                </a:solidFill>
                <a:latin typeface="Consolas"/>
              </a:rPr>
              <a:t>(cards) - </a:t>
            </a:r>
            <a:r>
              <a:rPr lang="en-US" sz="1200">
                <a:solidFill>
                  <a:srgbClr val="2AACB8"/>
                </a:solidFill>
                <a:latin typeface="Consolas"/>
              </a:rPr>
              <a:t>1</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err="1">
                <a:solidFill>
                  <a:srgbClr val="BCBEC4"/>
                </a:solidFill>
                <a:latin typeface="Consolas"/>
              </a:rPr>
              <a:t>current_card</a:t>
            </a:r>
            <a:r>
              <a:rPr lang="en-US" sz="1200">
                <a:solidFill>
                  <a:srgbClr val="BCBEC4"/>
                </a:solidFill>
                <a:latin typeface="Consolas"/>
              </a:rPr>
              <a:t> = hand[cards[</a:t>
            </a:r>
            <a:r>
              <a:rPr lang="en-US" sz="1200" err="1">
                <a:solidFill>
                  <a:srgbClr val="BCBEC4"/>
                </a:solidFill>
                <a:latin typeface="Consolas"/>
              </a:rPr>
              <a:t>i</a:t>
            </a:r>
            <a:r>
              <a:rPr lang="en-US" sz="1200">
                <a:solidFill>
                  <a:srgbClr val="BCBEC4"/>
                </a:solidFill>
                <a:latin typeface="Consolas"/>
              </a:rPr>
              <a:t>] - </a:t>
            </a:r>
            <a:r>
              <a:rPr lang="en-US" sz="1200">
                <a:solidFill>
                  <a:srgbClr val="2AACB8"/>
                </a:solidFill>
                <a:latin typeface="Consolas"/>
              </a:rPr>
              <a:t>1</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err="1">
                <a:solidFill>
                  <a:srgbClr val="BCBEC4"/>
                </a:solidFill>
                <a:latin typeface="Consolas"/>
              </a:rPr>
              <a:t>next_card</a:t>
            </a:r>
            <a:r>
              <a:rPr lang="en-US" sz="1200">
                <a:solidFill>
                  <a:srgbClr val="BCBEC4"/>
                </a:solidFill>
                <a:latin typeface="Consolas"/>
              </a:rPr>
              <a:t> = hand[cards[</a:t>
            </a:r>
            <a:r>
              <a:rPr lang="en-US" sz="1200" err="1">
                <a:solidFill>
                  <a:srgbClr val="BCBEC4"/>
                </a:solidFill>
                <a:latin typeface="Consolas"/>
              </a:rPr>
              <a:t>i</a:t>
            </a:r>
            <a:r>
              <a:rPr lang="en-US" sz="1200">
                <a:solidFill>
                  <a:srgbClr val="BCBEC4"/>
                </a:solidFill>
                <a:latin typeface="Consolas"/>
              </a:rPr>
              <a:t> + </a:t>
            </a:r>
            <a:r>
              <a:rPr lang="en-US" sz="1200">
                <a:solidFill>
                  <a:srgbClr val="2AACB8"/>
                </a:solidFill>
                <a:latin typeface="Consolas"/>
              </a:rPr>
              <a:t>1</a:t>
            </a:r>
            <a:r>
              <a:rPr lang="en-US" sz="1200">
                <a:solidFill>
                  <a:srgbClr val="BCBEC4"/>
                </a:solidFill>
                <a:latin typeface="Consolas"/>
              </a:rPr>
              <a:t>] - </a:t>
            </a:r>
            <a:r>
              <a:rPr lang="en-US" sz="1200">
                <a:solidFill>
                  <a:srgbClr val="2AACB8"/>
                </a:solidFill>
                <a:latin typeface="Consolas"/>
              </a:rPr>
              <a:t>1</a:t>
            </a:r>
            <a:r>
              <a:rPr lang="en-US" sz="1200">
                <a:solidFill>
                  <a:srgbClr val="BCBEC4"/>
                </a:solidFill>
                <a:latin typeface="Consolas"/>
              </a:rPr>
              <a:t>]</a:t>
            </a:r>
            <a:br>
              <a:rPr lang="en-US" sz="1200">
                <a:latin typeface="Consolas"/>
              </a:rPr>
            </a:br>
            <a:br>
              <a:rPr lang="en-US" sz="1200">
                <a:latin typeface="Consolas"/>
              </a:rPr>
            </a:br>
            <a:r>
              <a:rPr lang="en-US" sz="1200">
                <a:solidFill>
                  <a:srgbClr val="BCBEC4"/>
                </a:solidFill>
                <a:latin typeface="Consolas"/>
              </a:rPr>
              <a:t>    </a:t>
            </a:r>
            <a:r>
              <a:rPr lang="en-US" sz="1200">
                <a:solidFill>
                  <a:srgbClr val="CF8E6D"/>
                </a:solidFill>
                <a:latin typeface="Consolas"/>
              </a:rPr>
              <a:t>if </a:t>
            </a:r>
            <a:r>
              <a:rPr lang="en-US" sz="1200" err="1">
                <a:solidFill>
                  <a:srgbClr val="BCBEC4"/>
                </a:solidFill>
                <a:latin typeface="Consolas"/>
              </a:rPr>
              <a:t>current_card.suit</a:t>
            </a:r>
            <a:r>
              <a:rPr lang="en-US" sz="1200">
                <a:solidFill>
                  <a:srgbClr val="BCBEC4"/>
                </a:solidFill>
                <a:latin typeface="Consolas"/>
              </a:rPr>
              <a:t> == </a:t>
            </a:r>
            <a:r>
              <a:rPr lang="en-US" sz="1200" err="1">
                <a:solidFill>
                  <a:srgbClr val="BCBEC4"/>
                </a:solidFill>
                <a:latin typeface="Consolas"/>
              </a:rPr>
              <a:t>next_card.suit</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a:solidFill>
                  <a:srgbClr val="7A7E85"/>
                </a:solidFill>
                <a:latin typeface="Consolas"/>
              </a:rPr>
              <a:t># handle ace as both high and low (ace-king case)</a:t>
            </a:r>
            <a:br>
              <a:rPr lang="en-US" sz="1200">
                <a:latin typeface="Consolas"/>
              </a:rPr>
            </a:br>
            <a:r>
              <a:rPr lang="en-US" sz="1200">
                <a:solidFill>
                  <a:srgbClr val="7A7E85"/>
                </a:solidFill>
                <a:latin typeface="Consolas"/>
              </a:rPr>
              <a:t>        </a:t>
            </a:r>
            <a:r>
              <a:rPr lang="en-US" sz="1200">
                <a:solidFill>
                  <a:srgbClr val="CF8E6D"/>
                </a:solidFill>
                <a:latin typeface="Consolas"/>
              </a:rPr>
              <a:t>if </a:t>
            </a:r>
            <a:r>
              <a:rPr lang="en-US" sz="1200">
                <a:solidFill>
                  <a:srgbClr val="BCBEC4"/>
                </a:solidFill>
                <a:latin typeface="Consolas"/>
              </a:rPr>
              <a:t>(</a:t>
            </a:r>
            <a:r>
              <a:rPr lang="en-US" sz="1200" err="1">
                <a:solidFill>
                  <a:srgbClr val="BCBEC4"/>
                </a:solidFill>
                <a:latin typeface="Consolas"/>
              </a:rPr>
              <a:t>current_card.rank</a:t>
            </a:r>
            <a:r>
              <a:rPr lang="en-US" sz="1200">
                <a:solidFill>
                  <a:srgbClr val="BCBEC4"/>
                </a:solidFill>
                <a:latin typeface="Consolas"/>
              </a:rPr>
              <a:t> == </a:t>
            </a:r>
            <a:r>
              <a:rPr lang="en-US" sz="1200">
                <a:solidFill>
                  <a:srgbClr val="6AAB73"/>
                </a:solidFill>
                <a:latin typeface="Consolas"/>
              </a:rPr>
              <a:t>'A' </a:t>
            </a:r>
            <a:r>
              <a:rPr lang="en-US" sz="1200">
                <a:solidFill>
                  <a:srgbClr val="CF8E6D"/>
                </a:solidFill>
                <a:latin typeface="Consolas"/>
              </a:rPr>
              <a:t>and </a:t>
            </a:r>
            <a:r>
              <a:rPr lang="en-US" sz="1200" err="1">
                <a:solidFill>
                  <a:srgbClr val="BCBEC4"/>
                </a:solidFill>
                <a:latin typeface="Consolas"/>
              </a:rPr>
              <a:t>next_card.rank</a:t>
            </a:r>
            <a:r>
              <a:rPr lang="en-US" sz="1200">
                <a:solidFill>
                  <a:srgbClr val="BCBEC4"/>
                </a:solidFill>
                <a:latin typeface="Consolas"/>
              </a:rPr>
              <a:t> == </a:t>
            </a:r>
            <a:r>
              <a:rPr lang="en-US" sz="1200">
                <a:solidFill>
                  <a:srgbClr val="6AAB73"/>
                </a:solidFill>
                <a:latin typeface="Consolas"/>
              </a:rPr>
              <a:t>'2'</a:t>
            </a:r>
            <a:r>
              <a:rPr lang="en-US" sz="1200">
                <a:solidFill>
                  <a:srgbClr val="BCBEC4"/>
                </a:solidFill>
                <a:latin typeface="Consolas"/>
              </a:rPr>
              <a:t>) </a:t>
            </a:r>
            <a:r>
              <a:rPr lang="en-US" sz="1200">
                <a:solidFill>
                  <a:srgbClr val="CF8E6D"/>
                </a:solidFill>
                <a:latin typeface="Consolas"/>
              </a:rPr>
              <a:t>or </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err="1">
                <a:solidFill>
                  <a:srgbClr val="BCBEC4"/>
                </a:solidFill>
                <a:latin typeface="Consolas"/>
              </a:rPr>
              <a:t>current_card.rank</a:t>
            </a:r>
            <a:r>
              <a:rPr lang="en-US" sz="1200">
                <a:solidFill>
                  <a:srgbClr val="BCBEC4"/>
                </a:solidFill>
                <a:latin typeface="Consolas"/>
              </a:rPr>
              <a:t> == </a:t>
            </a:r>
            <a:r>
              <a:rPr lang="en-US" sz="1200">
                <a:solidFill>
                  <a:srgbClr val="6AAB73"/>
                </a:solidFill>
                <a:latin typeface="Consolas"/>
              </a:rPr>
              <a:t>'K' </a:t>
            </a:r>
            <a:r>
              <a:rPr lang="en-US" sz="1200">
                <a:solidFill>
                  <a:srgbClr val="CF8E6D"/>
                </a:solidFill>
                <a:latin typeface="Consolas"/>
              </a:rPr>
              <a:t>and </a:t>
            </a:r>
            <a:r>
              <a:rPr lang="en-US" sz="1200" err="1">
                <a:solidFill>
                  <a:srgbClr val="BCBEC4"/>
                </a:solidFill>
                <a:latin typeface="Consolas"/>
              </a:rPr>
              <a:t>next_card.rank</a:t>
            </a:r>
            <a:r>
              <a:rPr lang="en-US" sz="1200">
                <a:solidFill>
                  <a:srgbClr val="BCBEC4"/>
                </a:solidFill>
                <a:latin typeface="Consolas"/>
              </a:rPr>
              <a:t> == </a:t>
            </a:r>
            <a:r>
              <a:rPr lang="en-US" sz="1200">
                <a:solidFill>
                  <a:srgbClr val="6AAB73"/>
                </a:solidFill>
                <a:latin typeface="Consolas"/>
              </a:rPr>
              <a:t>'A'</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a:solidFill>
                  <a:srgbClr val="CF8E6D"/>
                </a:solidFill>
                <a:latin typeface="Consolas"/>
              </a:rPr>
              <a:t>continue</a:t>
            </a:r>
            <a:br>
              <a:rPr lang="en-US" sz="1200">
                <a:latin typeface="Consolas"/>
              </a:rPr>
            </a:br>
            <a:r>
              <a:rPr lang="en-US" sz="1200">
                <a:solidFill>
                  <a:srgbClr val="CF8E6D"/>
                </a:solidFill>
                <a:latin typeface="Consolas"/>
              </a:rPr>
              <a:t>        </a:t>
            </a:r>
            <a:r>
              <a:rPr lang="en-US" sz="1200">
                <a:solidFill>
                  <a:srgbClr val="7A7E85"/>
                </a:solidFill>
                <a:latin typeface="Consolas"/>
              </a:rPr>
              <a:t># check for consecutive rank values using the </a:t>
            </a:r>
            <a:r>
              <a:rPr lang="en-US" sz="1200" err="1">
                <a:solidFill>
                  <a:srgbClr val="7A7E85"/>
                </a:solidFill>
                <a:latin typeface="Consolas"/>
              </a:rPr>
              <a:t>rank_to_value</a:t>
            </a:r>
            <a:r>
              <a:rPr lang="en-US" sz="1200">
                <a:solidFill>
                  <a:srgbClr val="7A7E85"/>
                </a:solidFill>
                <a:latin typeface="Consolas"/>
              </a:rPr>
              <a:t> helper</a:t>
            </a:r>
            <a:br>
              <a:rPr lang="en-US" sz="1200">
                <a:latin typeface="Consolas"/>
              </a:rPr>
            </a:br>
            <a:r>
              <a:rPr lang="en-US" sz="1200">
                <a:solidFill>
                  <a:srgbClr val="7A7E85"/>
                </a:solidFill>
                <a:latin typeface="Consolas"/>
              </a:rPr>
              <a:t>        </a:t>
            </a:r>
            <a:r>
              <a:rPr lang="en-US" sz="1200" err="1">
                <a:solidFill>
                  <a:srgbClr val="CF8E6D"/>
                </a:solidFill>
                <a:latin typeface="Consolas"/>
              </a:rPr>
              <a:t>elif</a:t>
            </a:r>
            <a:r>
              <a:rPr lang="en-US" sz="1200">
                <a:solidFill>
                  <a:srgbClr val="CF8E6D"/>
                </a:solidFill>
                <a:latin typeface="Consolas"/>
              </a:rPr>
              <a:t> </a:t>
            </a:r>
            <a:r>
              <a:rPr lang="en-US" sz="1200" err="1">
                <a:solidFill>
                  <a:srgbClr val="BCBEC4"/>
                </a:solidFill>
                <a:latin typeface="Consolas"/>
              </a:rPr>
              <a:t>rank_to_value</a:t>
            </a:r>
            <a:r>
              <a:rPr lang="en-US" sz="1200">
                <a:solidFill>
                  <a:srgbClr val="BCBEC4"/>
                </a:solidFill>
                <a:latin typeface="Consolas"/>
              </a:rPr>
              <a:t>(</a:t>
            </a:r>
            <a:r>
              <a:rPr lang="en-US" sz="1200" err="1">
                <a:solidFill>
                  <a:srgbClr val="BCBEC4"/>
                </a:solidFill>
                <a:latin typeface="Consolas"/>
              </a:rPr>
              <a:t>next_card.rank</a:t>
            </a:r>
            <a:r>
              <a:rPr lang="en-US" sz="1200">
                <a:solidFill>
                  <a:srgbClr val="BCBEC4"/>
                </a:solidFill>
                <a:latin typeface="Consolas"/>
              </a:rPr>
              <a:t>) == </a:t>
            </a:r>
            <a:r>
              <a:rPr lang="en-US" sz="1200" err="1">
                <a:solidFill>
                  <a:srgbClr val="BCBEC4"/>
                </a:solidFill>
                <a:latin typeface="Consolas"/>
              </a:rPr>
              <a:t>rank_to_value</a:t>
            </a:r>
            <a:r>
              <a:rPr lang="en-US" sz="1200">
                <a:solidFill>
                  <a:srgbClr val="BCBEC4"/>
                </a:solidFill>
                <a:latin typeface="Consolas"/>
              </a:rPr>
              <a:t>(</a:t>
            </a:r>
            <a:r>
              <a:rPr lang="en-US" sz="1200" err="1">
                <a:solidFill>
                  <a:srgbClr val="BCBEC4"/>
                </a:solidFill>
                <a:latin typeface="Consolas"/>
              </a:rPr>
              <a:t>current_card.rank</a:t>
            </a:r>
            <a:r>
              <a:rPr lang="en-US" sz="1200">
                <a:solidFill>
                  <a:srgbClr val="BCBEC4"/>
                </a:solidFill>
                <a:latin typeface="Consolas"/>
              </a:rPr>
              <a:t>) + </a:t>
            </a:r>
            <a:r>
              <a:rPr lang="en-US" sz="1200">
                <a:solidFill>
                  <a:srgbClr val="2AACB8"/>
                </a:solidFill>
                <a:latin typeface="Consolas"/>
              </a:rPr>
              <a:t>1</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a:solidFill>
                  <a:srgbClr val="CF8E6D"/>
                </a:solidFill>
                <a:latin typeface="Consolas"/>
              </a:rPr>
              <a:t>continue</a:t>
            </a:r>
            <a:br>
              <a:rPr lang="en-US" sz="1200">
                <a:latin typeface="Consolas"/>
              </a:rPr>
            </a:br>
            <a:r>
              <a:rPr lang="en-US" sz="1200">
                <a:solidFill>
                  <a:srgbClr val="CF8E6D"/>
                </a:solidFill>
                <a:latin typeface="Consolas"/>
              </a:rPr>
              <a:t>        else</a:t>
            </a:r>
            <a:r>
              <a:rPr lang="en-US" sz="1200">
                <a:solidFill>
                  <a:srgbClr val="BCBEC4"/>
                </a:solidFill>
                <a:latin typeface="Consolas"/>
              </a:rPr>
              <a:t>:</a:t>
            </a:r>
            <a:br>
              <a:rPr lang="en-US" sz="1200">
                <a:latin typeface="Consolas"/>
              </a:rPr>
            </a:br>
            <a:r>
              <a:rPr lang="en-US" sz="1200">
                <a:solidFill>
                  <a:srgbClr val="BCBEC4"/>
                </a:solidFill>
                <a:latin typeface="Consolas"/>
              </a:rPr>
              <a:t>            valid = </a:t>
            </a:r>
            <a:r>
              <a:rPr lang="en-US" sz="1200">
                <a:solidFill>
                  <a:srgbClr val="CF8E6D"/>
                </a:solidFill>
                <a:latin typeface="Consolas"/>
              </a:rPr>
              <a:t>False</a:t>
            </a:r>
            <a:br>
              <a:rPr lang="en-US" sz="1200">
                <a:latin typeface="Consolas"/>
              </a:rPr>
            </a:br>
            <a:r>
              <a:rPr lang="en-US" sz="1200">
                <a:solidFill>
                  <a:srgbClr val="CF8E6D"/>
                </a:solidFill>
                <a:latin typeface="Consolas"/>
              </a:rPr>
              <a:t>            break</a:t>
            </a:r>
            <a:br>
              <a:rPr lang="en-US" sz="1200">
                <a:latin typeface="Consolas"/>
              </a:rPr>
            </a:br>
            <a:r>
              <a:rPr lang="en-US" sz="1200">
                <a:solidFill>
                  <a:srgbClr val="CF8E6D"/>
                </a:solidFill>
                <a:latin typeface="Consolas"/>
              </a:rPr>
              <a:t>    else</a:t>
            </a:r>
            <a:r>
              <a:rPr lang="en-US" sz="1200">
                <a:solidFill>
                  <a:srgbClr val="BCBEC4"/>
                </a:solidFill>
                <a:latin typeface="Consolas"/>
              </a:rPr>
              <a:t>:</a:t>
            </a:r>
            <a:br>
              <a:rPr lang="en-US" sz="1200">
                <a:latin typeface="Consolas"/>
              </a:rPr>
            </a:br>
            <a:r>
              <a:rPr lang="en-US" sz="1200">
                <a:solidFill>
                  <a:srgbClr val="BCBEC4"/>
                </a:solidFill>
                <a:latin typeface="Consolas"/>
              </a:rPr>
              <a:t>        valid = </a:t>
            </a:r>
            <a:r>
              <a:rPr lang="en-US" sz="1200">
                <a:solidFill>
                  <a:srgbClr val="CF8E6D"/>
                </a:solidFill>
                <a:latin typeface="Consolas"/>
              </a:rPr>
              <a:t>False</a:t>
            </a:r>
          </a:p>
        </p:txBody>
      </p:sp>
    </p:spTree>
    <p:extLst>
      <p:ext uri="{BB962C8B-B14F-4D97-AF65-F5344CB8AC3E}">
        <p14:creationId xmlns:p14="http://schemas.microsoft.com/office/powerpoint/2010/main" val="8681027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53C25-2B6B-68CA-8516-ADD08773C934}"/>
              </a:ext>
            </a:extLst>
          </p:cNvPr>
          <p:cNvSpPr>
            <a:spLocks noGrp="1"/>
          </p:cNvSpPr>
          <p:nvPr>
            <p:ph type="title"/>
          </p:nvPr>
        </p:nvSpPr>
        <p:spPr/>
        <p:txBody>
          <a:bodyPr/>
          <a:lstStyle/>
          <a:p>
            <a:r>
              <a:rPr lang="en-US"/>
              <a:t>Code</a:t>
            </a:r>
            <a:endParaRPr lang="en-CA"/>
          </a:p>
        </p:txBody>
      </p:sp>
      <p:sp>
        <p:nvSpPr>
          <p:cNvPr id="3" name="Content Placeholder 2">
            <a:extLst>
              <a:ext uri="{FF2B5EF4-FFF2-40B4-BE49-F238E27FC236}">
                <a16:creationId xmlns:a16="http://schemas.microsoft.com/office/drawing/2014/main" id="{979A8E2B-28C9-FA62-80FF-B0C5D2957064}"/>
              </a:ext>
            </a:extLst>
          </p:cNvPr>
          <p:cNvSpPr>
            <a:spLocks noGrp="1"/>
          </p:cNvSpPr>
          <p:nvPr>
            <p:ph idx="1"/>
          </p:nvPr>
        </p:nvSpPr>
        <p:spPr>
          <a:xfrm>
            <a:off x="838200" y="1825625"/>
            <a:ext cx="3296011" cy="1321198"/>
          </a:xfrm>
        </p:spPr>
        <p:txBody>
          <a:bodyPr vert="horz" lIns="91440" tIns="45720" rIns="91440" bIns="45720" rtlCol="0" anchor="t">
            <a:normAutofit/>
          </a:bodyPr>
          <a:lstStyle/>
          <a:p>
            <a:pPr marL="0" indent="0">
              <a:buNone/>
            </a:pPr>
            <a:r>
              <a:rPr lang="en-CA" sz="2000" b="1"/>
              <a:t>Sets</a:t>
            </a:r>
            <a:endParaRPr lang="en-US" sz="2000" b="1"/>
          </a:p>
          <a:p>
            <a:r>
              <a:rPr lang="en-CA" sz="2000"/>
              <a:t>Is the meld valid?</a:t>
            </a:r>
          </a:p>
          <a:p>
            <a:r>
              <a:rPr lang="en-CA" sz="2000"/>
              <a:t>Are the ranks matching?</a:t>
            </a:r>
          </a:p>
          <a:p>
            <a:endParaRPr lang="en-CA" sz="2000"/>
          </a:p>
        </p:txBody>
      </p:sp>
      <p:sp>
        <p:nvSpPr>
          <p:cNvPr id="4" name="TextBox 3">
            <a:extLst>
              <a:ext uri="{FF2B5EF4-FFF2-40B4-BE49-F238E27FC236}">
                <a16:creationId xmlns:a16="http://schemas.microsoft.com/office/drawing/2014/main" id="{C4BBF399-6757-5CC3-5872-9199840445F5}"/>
              </a:ext>
            </a:extLst>
          </p:cNvPr>
          <p:cNvSpPr txBox="1"/>
          <p:nvPr/>
        </p:nvSpPr>
        <p:spPr>
          <a:xfrm>
            <a:off x="6544235" y="2189949"/>
            <a:ext cx="2950668" cy="3934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6" name="TextBox 5">
            <a:extLst>
              <a:ext uri="{FF2B5EF4-FFF2-40B4-BE49-F238E27FC236}">
                <a16:creationId xmlns:a16="http://schemas.microsoft.com/office/drawing/2014/main" id="{681714A7-CD59-7007-1F5E-389431EB3090}"/>
              </a:ext>
            </a:extLst>
          </p:cNvPr>
          <p:cNvSpPr txBox="1"/>
          <p:nvPr/>
        </p:nvSpPr>
        <p:spPr>
          <a:xfrm>
            <a:off x="4388054" y="706171"/>
            <a:ext cx="7260730"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7A7E85"/>
                </a:solidFill>
                <a:latin typeface="Consolas"/>
              </a:rPr>
              <a:t># convert the list to numbers, added try/except block to catch non-integer input</a:t>
            </a:r>
            <a:br>
              <a:rPr lang="en-US" sz="1200">
                <a:latin typeface="Consolas"/>
              </a:rPr>
            </a:br>
            <a:r>
              <a:rPr lang="en-US" sz="1200">
                <a:solidFill>
                  <a:srgbClr val="7A7E85"/>
                </a:solidFill>
                <a:latin typeface="Consolas"/>
              </a:rPr>
              <a:t>try</a:t>
            </a:r>
            <a:r>
              <a:rPr lang="en-US" sz="1200">
                <a:solidFill>
                  <a:srgbClr val="BCBEC4"/>
                </a:solidFill>
                <a:latin typeface="Consolas"/>
              </a:rPr>
              <a:t>:</a:t>
            </a:r>
            <a:br>
              <a:rPr lang="en-US" sz="1200">
                <a:latin typeface="Consolas"/>
              </a:rPr>
            </a:br>
            <a:r>
              <a:rPr lang="en-US" sz="1200">
                <a:solidFill>
                  <a:srgbClr val="BCBEC4"/>
                </a:solidFill>
                <a:latin typeface="Consolas"/>
              </a:rPr>
              <a:t>    cards = </a:t>
            </a:r>
            <a:r>
              <a:rPr lang="en-US" sz="1200">
                <a:solidFill>
                  <a:srgbClr val="8888C6"/>
                </a:solidFill>
                <a:latin typeface="Consolas"/>
              </a:rPr>
              <a:t>list</a:t>
            </a:r>
            <a:r>
              <a:rPr lang="en-US" sz="1200">
                <a:solidFill>
                  <a:srgbClr val="BCBEC4"/>
                </a:solidFill>
                <a:latin typeface="Consolas"/>
              </a:rPr>
              <a:t>(</a:t>
            </a:r>
            <a:r>
              <a:rPr lang="en-US" sz="1200">
                <a:solidFill>
                  <a:srgbClr val="8888C6"/>
                </a:solidFill>
                <a:latin typeface="Consolas"/>
              </a:rPr>
              <a:t>map</a:t>
            </a:r>
            <a:r>
              <a:rPr lang="en-US" sz="1200">
                <a:solidFill>
                  <a:srgbClr val="BCBEC4"/>
                </a:solidFill>
                <a:latin typeface="Consolas"/>
              </a:rPr>
              <a:t>(</a:t>
            </a:r>
            <a:r>
              <a:rPr lang="en-US" sz="1200">
                <a:solidFill>
                  <a:srgbClr val="8888C6"/>
                </a:solidFill>
                <a:latin typeface="Consolas"/>
              </a:rPr>
              <a:t>int</a:t>
            </a:r>
            <a:r>
              <a:rPr lang="en-US" sz="1200">
                <a:solidFill>
                  <a:srgbClr val="BCBEC4"/>
                </a:solidFill>
                <a:latin typeface="Consolas"/>
              </a:rPr>
              <a:t>, cards))</a:t>
            </a:r>
            <a:br>
              <a:rPr lang="en-US" sz="1200">
                <a:latin typeface="Consolas"/>
              </a:rPr>
            </a:br>
            <a:r>
              <a:rPr lang="en-US" sz="1200">
                <a:solidFill>
                  <a:srgbClr val="BCBEC4"/>
                </a:solidFill>
                <a:latin typeface="Consolas"/>
              </a:rPr>
              <a:t>except </a:t>
            </a:r>
            <a:r>
              <a:rPr lang="en-US" sz="1200" err="1">
                <a:solidFill>
                  <a:srgbClr val="8888C6"/>
                </a:solidFill>
                <a:latin typeface="Consolas"/>
              </a:rPr>
              <a:t>ValueError</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a:solidFill>
                  <a:srgbClr val="8888C6"/>
                </a:solidFill>
                <a:latin typeface="Consolas"/>
              </a:rPr>
              <a:t>print</a:t>
            </a:r>
            <a:r>
              <a:rPr lang="en-US" sz="1200">
                <a:solidFill>
                  <a:srgbClr val="BCBEC4"/>
                </a:solidFill>
                <a:latin typeface="Consolas"/>
              </a:rPr>
              <a:t>(</a:t>
            </a:r>
            <a:r>
              <a:rPr lang="en-US" sz="1200">
                <a:solidFill>
                  <a:srgbClr val="6AAB73"/>
                </a:solidFill>
                <a:latin typeface="Consolas"/>
              </a:rPr>
              <a:t>"Error: please enter valid card numbers separated by spaces."</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a:solidFill>
                  <a:srgbClr val="CF8E6D"/>
                </a:solidFill>
                <a:latin typeface="Consolas"/>
              </a:rPr>
              <a:t>continue</a:t>
            </a:r>
            <a:br>
              <a:rPr lang="en-US" sz="1200">
                <a:latin typeface="Consolas"/>
              </a:rPr>
            </a:br>
            <a:br>
              <a:rPr lang="en-US" sz="1200">
                <a:latin typeface="Consolas"/>
              </a:rPr>
            </a:br>
            <a:r>
              <a:rPr lang="en-US" sz="1200">
                <a:solidFill>
                  <a:srgbClr val="CF8E6D"/>
                </a:solidFill>
                <a:latin typeface="Consolas"/>
              </a:rPr>
              <a:t># check that at least 3 cards are selected, added this check</a:t>
            </a:r>
            <a:br>
              <a:rPr lang="en-US" sz="1200">
                <a:latin typeface="Consolas"/>
              </a:rPr>
            </a:br>
            <a:r>
              <a:rPr lang="en-US" sz="1200">
                <a:solidFill>
                  <a:srgbClr val="CF8E6D"/>
                </a:solidFill>
                <a:latin typeface="Consolas"/>
              </a:rPr>
              <a:t>if </a:t>
            </a:r>
            <a:r>
              <a:rPr lang="en-US" sz="1200" err="1">
                <a:solidFill>
                  <a:srgbClr val="8888C6"/>
                </a:solidFill>
                <a:latin typeface="Consolas"/>
              </a:rPr>
              <a:t>len</a:t>
            </a:r>
            <a:r>
              <a:rPr lang="en-US" sz="1200">
                <a:solidFill>
                  <a:srgbClr val="BCBEC4"/>
                </a:solidFill>
                <a:latin typeface="Consolas"/>
              </a:rPr>
              <a:t>(cards) &lt; </a:t>
            </a:r>
            <a:r>
              <a:rPr lang="en-US" sz="1200">
                <a:solidFill>
                  <a:srgbClr val="2AACB8"/>
                </a:solidFill>
                <a:latin typeface="Consolas"/>
              </a:rPr>
              <a:t>3</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a:solidFill>
                  <a:srgbClr val="8888C6"/>
                </a:solidFill>
                <a:latin typeface="Consolas"/>
              </a:rPr>
              <a:t>print</a:t>
            </a:r>
            <a:r>
              <a:rPr lang="en-US" sz="1200">
                <a:solidFill>
                  <a:srgbClr val="BCBEC4"/>
                </a:solidFill>
                <a:latin typeface="Consolas"/>
              </a:rPr>
              <a:t>(</a:t>
            </a:r>
            <a:r>
              <a:rPr lang="en-US" sz="1200">
                <a:solidFill>
                  <a:srgbClr val="6AAB73"/>
                </a:solidFill>
                <a:latin typeface="Consolas"/>
              </a:rPr>
              <a:t>"Error: a meld must consist of at least 3 cards."</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a:solidFill>
                  <a:srgbClr val="CF8E6D"/>
                </a:solidFill>
                <a:latin typeface="Consolas"/>
              </a:rPr>
              <a:t>continue</a:t>
            </a:r>
            <a:br>
              <a:rPr lang="en-US" sz="1200">
                <a:latin typeface="Consolas"/>
              </a:rPr>
            </a:br>
            <a:br>
              <a:rPr lang="en-US" sz="1200">
                <a:latin typeface="Consolas"/>
              </a:rPr>
            </a:br>
            <a:r>
              <a:rPr lang="en-US" sz="1200">
                <a:solidFill>
                  <a:srgbClr val="CF8E6D"/>
                </a:solidFill>
                <a:latin typeface="Consolas"/>
              </a:rPr>
              <a:t># check if all indexes are valid</a:t>
            </a:r>
            <a:br>
              <a:rPr lang="en-US" sz="1200">
                <a:latin typeface="Consolas"/>
              </a:rPr>
            </a:br>
            <a:r>
              <a:rPr lang="en-US" sz="1200">
                <a:solidFill>
                  <a:srgbClr val="CF8E6D"/>
                </a:solidFill>
                <a:latin typeface="Consolas"/>
              </a:rPr>
              <a:t>if </a:t>
            </a:r>
            <a:r>
              <a:rPr lang="en-US" sz="1200">
                <a:solidFill>
                  <a:srgbClr val="8888C6"/>
                </a:solidFill>
                <a:latin typeface="Consolas"/>
              </a:rPr>
              <a:t>any</a:t>
            </a:r>
            <a:r>
              <a:rPr lang="en-US" sz="1200">
                <a:solidFill>
                  <a:srgbClr val="BCBEC4"/>
                </a:solidFill>
                <a:latin typeface="Consolas"/>
              </a:rPr>
              <a:t>(card &gt; </a:t>
            </a:r>
            <a:r>
              <a:rPr lang="en-US" sz="1200" err="1">
                <a:solidFill>
                  <a:srgbClr val="8888C6"/>
                </a:solidFill>
                <a:latin typeface="Consolas"/>
              </a:rPr>
              <a:t>len</a:t>
            </a:r>
            <a:r>
              <a:rPr lang="en-US" sz="1200">
                <a:solidFill>
                  <a:srgbClr val="BCBEC4"/>
                </a:solidFill>
                <a:latin typeface="Consolas"/>
              </a:rPr>
              <a:t>(hand) </a:t>
            </a:r>
            <a:r>
              <a:rPr lang="en-US" sz="1200">
                <a:solidFill>
                  <a:srgbClr val="CF8E6D"/>
                </a:solidFill>
                <a:latin typeface="Consolas"/>
              </a:rPr>
              <a:t>or </a:t>
            </a:r>
            <a:r>
              <a:rPr lang="en-US" sz="1200">
                <a:solidFill>
                  <a:srgbClr val="BCBEC4"/>
                </a:solidFill>
                <a:latin typeface="Consolas"/>
              </a:rPr>
              <a:t>card &lt; </a:t>
            </a:r>
            <a:r>
              <a:rPr lang="en-US" sz="1200">
                <a:solidFill>
                  <a:srgbClr val="2AACB8"/>
                </a:solidFill>
                <a:latin typeface="Consolas"/>
              </a:rPr>
              <a:t>1 </a:t>
            </a:r>
            <a:r>
              <a:rPr lang="en-US" sz="1200">
                <a:solidFill>
                  <a:srgbClr val="CF8E6D"/>
                </a:solidFill>
                <a:latin typeface="Consolas"/>
              </a:rPr>
              <a:t>for </a:t>
            </a:r>
            <a:r>
              <a:rPr lang="en-US" sz="1200">
                <a:solidFill>
                  <a:srgbClr val="BCBEC4"/>
                </a:solidFill>
                <a:latin typeface="Consolas"/>
              </a:rPr>
              <a:t>card </a:t>
            </a:r>
            <a:r>
              <a:rPr lang="en-US" sz="1200">
                <a:solidFill>
                  <a:srgbClr val="CF8E6D"/>
                </a:solidFill>
                <a:latin typeface="Consolas"/>
              </a:rPr>
              <a:t>in </a:t>
            </a:r>
            <a:r>
              <a:rPr lang="en-US" sz="1200">
                <a:solidFill>
                  <a:srgbClr val="BCBEC4"/>
                </a:solidFill>
                <a:latin typeface="Consolas"/>
              </a:rPr>
              <a:t>cards):</a:t>
            </a:r>
            <a:br>
              <a:rPr lang="en-US" sz="1200">
                <a:latin typeface="Consolas"/>
              </a:rPr>
            </a:br>
            <a:r>
              <a:rPr lang="en-US" sz="1200">
                <a:solidFill>
                  <a:srgbClr val="BCBEC4"/>
                </a:solidFill>
                <a:latin typeface="Consolas"/>
              </a:rPr>
              <a:t>    </a:t>
            </a:r>
            <a:r>
              <a:rPr lang="en-US" sz="1200">
                <a:solidFill>
                  <a:srgbClr val="8888C6"/>
                </a:solidFill>
                <a:latin typeface="Consolas"/>
              </a:rPr>
              <a:t>print</a:t>
            </a:r>
            <a:r>
              <a:rPr lang="en-US" sz="1200">
                <a:solidFill>
                  <a:srgbClr val="BCBEC4"/>
                </a:solidFill>
                <a:latin typeface="Consolas"/>
              </a:rPr>
              <a:t>(</a:t>
            </a:r>
            <a:r>
              <a:rPr lang="en-US" sz="1200">
                <a:solidFill>
                  <a:srgbClr val="6AAB73"/>
                </a:solidFill>
                <a:latin typeface="Consolas"/>
              </a:rPr>
              <a:t>"Error: invalid card index. please select valid cards from your hand."</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a:solidFill>
                  <a:srgbClr val="CF8E6D"/>
                </a:solidFill>
                <a:latin typeface="Consolas"/>
              </a:rPr>
              <a:t>continue</a:t>
            </a:r>
            <a:endParaRPr lang="en-US" sz="1200"/>
          </a:p>
          <a:p>
            <a:endParaRPr lang="en-US" sz="1200">
              <a:solidFill>
                <a:srgbClr val="7A7E85"/>
              </a:solidFill>
              <a:latin typeface="Consolas"/>
            </a:endParaRPr>
          </a:p>
          <a:p>
            <a:r>
              <a:rPr lang="en-US" sz="1200">
                <a:solidFill>
                  <a:srgbClr val="7A7E85"/>
                </a:solidFill>
                <a:latin typeface="Consolas"/>
              </a:rPr>
              <a:t># check that the selected cards form a valid set:</a:t>
            </a:r>
            <a:br>
              <a:rPr lang="en-US" sz="1200">
                <a:latin typeface="Consolas"/>
              </a:rPr>
            </a:br>
            <a:r>
              <a:rPr lang="en-US" sz="1200">
                <a:solidFill>
                  <a:srgbClr val="7A7E85"/>
                </a:solidFill>
                <a:latin typeface="Consolas"/>
              </a:rPr>
              <a:t>valid = </a:t>
            </a:r>
            <a:r>
              <a:rPr lang="en-US" sz="1200">
                <a:solidFill>
                  <a:srgbClr val="CF8E6D"/>
                </a:solidFill>
                <a:latin typeface="Consolas"/>
              </a:rPr>
              <a:t>True</a:t>
            </a:r>
            <a:br>
              <a:rPr lang="en-US" sz="1200">
                <a:latin typeface="Consolas"/>
              </a:rPr>
            </a:br>
            <a:r>
              <a:rPr lang="en-US" sz="1200">
                <a:solidFill>
                  <a:srgbClr val="CF8E6D"/>
                </a:solidFill>
                <a:latin typeface="Consolas"/>
              </a:rPr>
              <a:t>for </a:t>
            </a:r>
            <a:r>
              <a:rPr lang="en-US" sz="1200" err="1">
                <a:solidFill>
                  <a:srgbClr val="BCBEC4"/>
                </a:solidFill>
                <a:latin typeface="Consolas"/>
              </a:rPr>
              <a:t>i</a:t>
            </a:r>
            <a:r>
              <a:rPr lang="en-US" sz="1200">
                <a:solidFill>
                  <a:srgbClr val="BCBEC4"/>
                </a:solidFill>
                <a:latin typeface="Consolas"/>
              </a:rPr>
              <a:t> </a:t>
            </a:r>
            <a:r>
              <a:rPr lang="en-US" sz="1200">
                <a:solidFill>
                  <a:srgbClr val="CF8E6D"/>
                </a:solidFill>
                <a:latin typeface="Consolas"/>
              </a:rPr>
              <a:t>in </a:t>
            </a:r>
            <a:r>
              <a:rPr lang="en-US" sz="1200">
                <a:solidFill>
                  <a:srgbClr val="8888C6"/>
                </a:solidFill>
                <a:latin typeface="Consolas"/>
              </a:rPr>
              <a:t>range</a:t>
            </a:r>
            <a:r>
              <a:rPr lang="en-US" sz="1200">
                <a:solidFill>
                  <a:srgbClr val="BCBEC4"/>
                </a:solidFill>
                <a:latin typeface="Consolas"/>
              </a:rPr>
              <a:t>(</a:t>
            </a:r>
            <a:r>
              <a:rPr lang="en-US" sz="1200" err="1">
                <a:solidFill>
                  <a:srgbClr val="8888C6"/>
                </a:solidFill>
                <a:latin typeface="Consolas"/>
              </a:rPr>
              <a:t>len</a:t>
            </a:r>
            <a:r>
              <a:rPr lang="en-US" sz="1200">
                <a:solidFill>
                  <a:srgbClr val="BCBEC4"/>
                </a:solidFill>
                <a:latin typeface="Consolas"/>
              </a:rPr>
              <a:t>(cards) - </a:t>
            </a:r>
            <a:r>
              <a:rPr lang="en-US" sz="1200">
                <a:solidFill>
                  <a:srgbClr val="2AACB8"/>
                </a:solidFill>
                <a:latin typeface="Consolas"/>
              </a:rPr>
              <a:t>1</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a:solidFill>
                  <a:srgbClr val="CF8E6D"/>
                </a:solidFill>
                <a:latin typeface="Consolas"/>
              </a:rPr>
              <a:t>if </a:t>
            </a:r>
            <a:r>
              <a:rPr lang="en-US" sz="1200">
                <a:solidFill>
                  <a:srgbClr val="BCBEC4"/>
                </a:solidFill>
                <a:latin typeface="Consolas"/>
              </a:rPr>
              <a:t>hand[cards[</a:t>
            </a:r>
            <a:r>
              <a:rPr lang="en-US" sz="1200" err="1">
                <a:solidFill>
                  <a:srgbClr val="BCBEC4"/>
                </a:solidFill>
                <a:latin typeface="Consolas"/>
              </a:rPr>
              <a:t>i</a:t>
            </a:r>
            <a:r>
              <a:rPr lang="en-US" sz="1200">
                <a:solidFill>
                  <a:srgbClr val="BCBEC4"/>
                </a:solidFill>
                <a:latin typeface="Consolas"/>
              </a:rPr>
              <a:t> + </a:t>
            </a:r>
            <a:r>
              <a:rPr lang="en-US" sz="1200">
                <a:solidFill>
                  <a:srgbClr val="2AACB8"/>
                </a:solidFill>
                <a:latin typeface="Consolas"/>
              </a:rPr>
              <a:t>1</a:t>
            </a:r>
            <a:r>
              <a:rPr lang="en-US" sz="1200">
                <a:solidFill>
                  <a:srgbClr val="BCBEC4"/>
                </a:solidFill>
                <a:latin typeface="Consolas"/>
              </a:rPr>
              <a:t>] - </a:t>
            </a:r>
            <a:r>
              <a:rPr lang="en-US" sz="1200">
                <a:solidFill>
                  <a:srgbClr val="2AACB8"/>
                </a:solidFill>
                <a:latin typeface="Consolas"/>
              </a:rPr>
              <a:t>1</a:t>
            </a:r>
            <a:r>
              <a:rPr lang="en-US" sz="1200">
                <a:solidFill>
                  <a:srgbClr val="BCBEC4"/>
                </a:solidFill>
                <a:latin typeface="Consolas"/>
              </a:rPr>
              <a:t>].rank != hand[cards[</a:t>
            </a:r>
            <a:r>
              <a:rPr lang="en-US" sz="1200" err="1">
                <a:solidFill>
                  <a:srgbClr val="BCBEC4"/>
                </a:solidFill>
                <a:latin typeface="Consolas"/>
              </a:rPr>
              <a:t>i</a:t>
            </a:r>
            <a:r>
              <a:rPr lang="en-US" sz="1200">
                <a:solidFill>
                  <a:srgbClr val="BCBEC4"/>
                </a:solidFill>
                <a:latin typeface="Consolas"/>
              </a:rPr>
              <a:t>] - </a:t>
            </a:r>
            <a:r>
              <a:rPr lang="en-US" sz="1200">
                <a:solidFill>
                  <a:srgbClr val="2AACB8"/>
                </a:solidFill>
                <a:latin typeface="Consolas"/>
              </a:rPr>
              <a:t>1</a:t>
            </a:r>
            <a:r>
              <a:rPr lang="en-US" sz="1200">
                <a:solidFill>
                  <a:srgbClr val="BCBEC4"/>
                </a:solidFill>
                <a:latin typeface="Consolas"/>
              </a:rPr>
              <a:t>].rank:</a:t>
            </a:r>
            <a:br>
              <a:rPr lang="en-US" sz="1200">
                <a:latin typeface="Consolas"/>
              </a:rPr>
            </a:br>
            <a:r>
              <a:rPr lang="en-US" sz="1200">
                <a:solidFill>
                  <a:srgbClr val="BCBEC4"/>
                </a:solidFill>
                <a:latin typeface="Consolas"/>
              </a:rPr>
              <a:t>        valid = </a:t>
            </a:r>
            <a:r>
              <a:rPr lang="en-US" sz="1200">
                <a:solidFill>
                  <a:srgbClr val="CF8E6D"/>
                </a:solidFill>
                <a:latin typeface="Consolas"/>
              </a:rPr>
              <a:t>False</a:t>
            </a:r>
            <a:br>
              <a:rPr lang="en-US" sz="1200">
                <a:latin typeface="Consolas"/>
              </a:rPr>
            </a:br>
            <a:r>
              <a:rPr lang="en-US" sz="1200">
                <a:solidFill>
                  <a:srgbClr val="CF8E6D"/>
                </a:solidFill>
                <a:latin typeface="Consolas"/>
              </a:rPr>
              <a:t>        break</a:t>
            </a:r>
            <a:endParaRPr lang="en-US" sz="1200"/>
          </a:p>
          <a:p>
            <a:endParaRPr lang="en-US"/>
          </a:p>
          <a:p>
            <a:pPr algn="l"/>
            <a:endParaRPr lang="en-US"/>
          </a:p>
        </p:txBody>
      </p:sp>
      <p:sp>
        <p:nvSpPr>
          <p:cNvPr id="8" name="TextBox 7">
            <a:extLst>
              <a:ext uri="{FF2B5EF4-FFF2-40B4-BE49-F238E27FC236}">
                <a16:creationId xmlns:a16="http://schemas.microsoft.com/office/drawing/2014/main" id="{AFC5F01B-D5F9-C2B2-2573-C9A1C69CE3F7}"/>
              </a:ext>
            </a:extLst>
          </p:cNvPr>
          <p:cNvSpPr txBox="1"/>
          <p:nvPr/>
        </p:nvSpPr>
        <p:spPr>
          <a:xfrm>
            <a:off x="4129088" y="5278041"/>
            <a:ext cx="7541418"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CF8E6D"/>
                </a:solidFill>
                <a:latin typeface="Consolas"/>
              </a:rPr>
              <a:t>for </a:t>
            </a:r>
            <a:r>
              <a:rPr lang="en-US" sz="1200" err="1">
                <a:solidFill>
                  <a:srgbClr val="BCBEC4"/>
                </a:solidFill>
                <a:latin typeface="Consolas"/>
              </a:rPr>
              <a:t>i</a:t>
            </a:r>
            <a:r>
              <a:rPr lang="en-US" sz="1200">
                <a:solidFill>
                  <a:srgbClr val="BCBEC4"/>
                </a:solidFill>
                <a:latin typeface="Consolas"/>
              </a:rPr>
              <a:t> </a:t>
            </a:r>
            <a:r>
              <a:rPr lang="en-US" sz="1200">
                <a:solidFill>
                  <a:srgbClr val="CF8E6D"/>
                </a:solidFill>
                <a:latin typeface="Consolas"/>
              </a:rPr>
              <a:t>in </a:t>
            </a:r>
            <a:r>
              <a:rPr lang="en-US" sz="1200">
                <a:solidFill>
                  <a:srgbClr val="8888C6"/>
                </a:solidFill>
                <a:latin typeface="Consolas"/>
              </a:rPr>
              <a:t>sorted</a:t>
            </a:r>
            <a:r>
              <a:rPr lang="en-US" sz="1200">
                <a:solidFill>
                  <a:srgbClr val="BCBEC4"/>
                </a:solidFill>
                <a:latin typeface="Consolas"/>
              </a:rPr>
              <a:t>(cards, </a:t>
            </a:r>
            <a:r>
              <a:rPr lang="en-US" sz="1200">
                <a:solidFill>
                  <a:srgbClr val="AA4926"/>
                </a:solidFill>
                <a:latin typeface="Consolas"/>
              </a:rPr>
              <a:t>reverse</a:t>
            </a:r>
            <a:r>
              <a:rPr lang="en-US" sz="1200">
                <a:solidFill>
                  <a:srgbClr val="BCBEC4"/>
                </a:solidFill>
                <a:latin typeface="Consolas"/>
              </a:rPr>
              <a:t>=</a:t>
            </a:r>
            <a:r>
              <a:rPr lang="en-US" sz="1200">
                <a:solidFill>
                  <a:srgbClr val="CF8E6D"/>
                </a:solidFill>
                <a:latin typeface="Consolas"/>
              </a:rPr>
              <a:t>True</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err="1">
                <a:solidFill>
                  <a:srgbClr val="BCBEC4"/>
                </a:solidFill>
                <a:latin typeface="Consolas"/>
              </a:rPr>
              <a:t>card_to_add</a:t>
            </a:r>
            <a:r>
              <a:rPr lang="en-US" sz="1200">
                <a:solidFill>
                  <a:srgbClr val="BCBEC4"/>
                </a:solidFill>
                <a:latin typeface="Consolas"/>
              </a:rPr>
              <a:t> = hand[</a:t>
            </a:r>
            <a:r>
              <a:rPr lang="en-US" sz="1200" err="1">
                <a:solidFill>
                  <a:srgbClr val="BCBEC4"/>
                </a:solidFill>
                <a:latin typeface="Consolas"/>
              </a:rPr>
              <a:t>i</a:t>
            </a:r>
            <a:r>
              <a:rPr lang="en-US" sz="1200">
                <a:solidFill>
                  <a:srgbClr val="BCBEC4"/>
                </a:solidFill>
                <a:latin typeface="Consolas"/>
              </a:rPr>
              <a:t> - </a:t>
            </a:r>
            <a:r>
              <a:rPr lang="en-US" sz="1200">
                <a:solidFill>
                  <a:srgbClr val="2AACB8"/>
                </a:solidFill>
                <a:latin typeface="Consolas"/>
              </a:rPr>
              <a:t>1</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err="1">
                <a:solidFill>
                  <a:srgbClr val="BCBEC4"/>
                </a:solidFill>
                <a:latin typeface="Consolas"/>
              </a:rPr>
              <a:t>new_meld.insert</a:t>
            </a:r>
            <a:r>
              <a:rPr lang="en-US" sz="1200">
                <a:solidFill>
                  <a:srgbClr val="BCBEC4"/>
                </a:solidFill>
                <a:latin typeface="Consolas"/>
              </a:rPr>
              <a:t>(</a:t>
            </a:r>
            <a:r>
              <a:rPr lang="en-US" sz="1200">
                <a:solidFill>
                  <a:srgbClr val="2AACB8"/>
                </a:solidFill>
                <a:latin typeface="Consolas"/>
              </a:rPr>
              <a:t>0</a:t>
            </a:r>
            <a:r>
              <a:rPr lang="en-US" sz="1200">
                <a:solidFill>
                  <a:srgbClr val="BCBEC4"/>
                </a:solidFill>
                <a:latin typeface="Consolas"/>
              </a:rPr>
              <a:t>, </a:t>
            </a:r>
            <a:r>
              <a:rPr lang="en-US" sz="1200" err="1">
                <a:solidFill>
                  <a:srgbClr val="BCBEC4"/>
                </a:solidFill>
                <a:latin typeface="Consolas"/>
              </a:rPr>
              <a:t>card_to_add</a:t>
            </a:r>
            <a:r>
              <a:rPr lang="en-US" sz="1200">
                <a:solidFill>
                  <a:srgbClr val="BCBEC4"/>
                </a:solidFill>
                <a:latin typeface="Consolas"/>
              </a:rPr>
              <a:t>)</a:t>
            </a:r>
            <a:br>
              <a:rPr lang="en-US" sz="1200">
                <a:latin typeface="Consolas"/>
              </a:rPr>
            </a:br>
            <a:r>
              <a:rPr lang="en-US" sz="1200">
                <a:solidFill>
                  <a:srgbClr val="BCBEC4"/>
                </a:solidFill>
                <a:latin typeface="Consolas"/>
              </a:rPr>
              <a:t>    </a:t>
            </a:r>
            <a:r>
              <a:rPr lang="en-US" sz="1200" err="1">
                <a:solidFill>
                  <a:srgbClr val="BCBEC4"/>
                </a:solidFill>
                <a:latin typeface="Consolas"/>
              </a:rPr>
              <a:t>hand.remove</a:t>
            </a:r>
            <a:r>
              <a:rPr lang="en-US" sz="1200">
                <a:solidFill>
                  <a:srgbClr val="BCBEC4"/>
                </a:solidFill>
                <a:latin typeface="Consolas"/>
              </a:rPr>
              <a:t>(</a:t>
            </a:r>
            <a:r>
              <a:rPr lang="en-US" sz="1200" err="1">
                <a:solidFill>
                  <a:srgbClr val="BCBEC4"/>
                </a:solidFill>
                <a:latin typeface="Consolas"/>
              </a:rPr>
              <a:t>card_to_add</a:t>
            </a:r>
            <a:r>
              <a:rPr lang="en-US" sz="1200">
                <a:solidFill>
                  <a:srgbClr val="BCBEC4"/>
                </a:solidFill>
                <a:latin typeface="Consolas"/>
              </a:rPr>
              <a:t>)</a:t>
            </a:r>
            <a:br>
              <a:rPr lang="en-US" sz="1200">
                <a:latin typeface="Consolas"/>
              </a:rPr>
            </a:br>
            <a:r>
              <a:rPr lang="en-US" sz="1200" err="1">
                <a:solidFill>
                  <a:srgbClr val="BCBEC4"/>
                </a:solidFill>
                <a:latin typeface="Consolas"/>
              </a:rPr>
              <a:t>melds.append</a:t>
            </a:r>
            <a:r>
              <a:rPr lang="en-US" sz="1200">
                <a:solidFill>
                  <a:srgbClr val="BCBEC4"/>
                </a:solidFill>
                <a:latin typeface="Consolas"/>
              </a:rPr>
              <a:t>(</a:t>
            </a:r>
            <a:r>
              <a:rPr lang="en-US" sz="1200" err="1">
                <a:solidFill>
                  <a:srgbClr val="BCBEC4"/>
                </a:solidFill>
                <a:latin typeface="Consolas"/>
              </a:rPr>
              <a:t>new_meld</a:t>
            </a:r>
            <a:r>
              <a:rPr lang="en-US" sz="1200">
                <a:solidFill>
                  <a:srgbClr val="BCBEC4"/>
                </a:solidFill>
                <a:latin typeface="Consolas"/>
              </a:rPr>
              <a:t>)  </a:t>
            </a:r>
            <a:r>
              <a:rPr lang="en-US" sz="1200">
                <a:solidFill>
                  <a:srgbClr val="7A7E85"/>
                </a:solidFill>
                <a:latin typeface="Consolas"/>
              </a:rPr>
              <a:t># append the new meld (as a </a:t>
            </a:r>
            <a:r>
              <a:rPr lang="en-US" sz="1200" err="1">
                <a:solidFill>
                  <a:srgbClr val="7A7E85"/>
                </a:solidFill>
                <a:latin typeface="Consolas"/>
              </a:rPr>
              <a:t>sublist</a:t>
            </a:r>
            <a:r>
              <a:rPr lang="en-US" sz="1200">
                <a:solidFill>
                  <a:srgbClr val="7A7E85"/>
                </a:solidFill>
                <a:latin typeface="Consolas"/>
              </a:rPr>
              <a:t>) to the global melds list</a:t>
            </a:r>
            <a:endParaRPr lang="en-US" sz="1200"/>
          </a:p>
          <a:p>
            <a:endParaRPr lang="en-US">
              <a:solidFill>
                <a:srgbClr val="CF8E6D"/>
              </a:solidFill>
              <a:highlight>
                <a:srgbClr val="1E1F22"/>
              </a:highlight>
            </a:endParaRPr>
          </a:p>
        </p:txBody>
      </p:sp>
      <p:sp>
        <p:nvSpPr>
          <p:cNvPr id="15" name="TextBox 14">
            <a:extLst>
              <a:ext uri="{FF2B5EF4-FFF2-40B4-BE49-F238E27FC236}">
                <a16:creationId xmlns:a16="http://schemas.microsoft.com/office/drawing/2014/main" id="{2630C730-423E-C4DF-9B00-C9E821C4A1BE}"/>
              </a:ext>
            </a:extLst>
          </p:cNvPr>
          <p:cNvSpPr txBox="1"/>
          <p:nvPr/>
        </p:nvSpPr>
        <p:spPr>
          <a:xfrm>
            <a:off x="559593" y="5280421"/>
            <a:ext cx="3017042" cy="10515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CA" sz="2000" b="1"/>
              <a:t>If the meld is valid...</a:t>
            </a:r>
            <a:endParaRPr lang="en-US" sz="2000"/>
          </a:p>
          <a:p>
            <a:pPr marL="285750" indent="-285750">
              <a:lnSpc>
                <a:spcPct val="90000"/>
              </a:lnSpc>
              <a:spcBef>
                <a:spcPts val="1000"/>
              </a:spcBef>
              <a:buFont typeface="Arial"/>
              <a:buChar char="•"/>
            </a:pPr>
            <a:r>
              <a:rPr lang="en-CA" sz="2000"/>
              <a:t>Add it to the meld list.</a:t>
            </a:r>
            <a:endParaRPr lang="en-US" sz="2000"/>
          </a:p>
          <a:p>
            <a:pPr algn="l"/>
            <a:endParaRPr lang="en-US"/>
          </a:p>
        </p:txBody>
      </p:sp>
      <p:cxnSp>
        <p:nvCxnSpPr>
          <p:cNvPr id="16" name="Straight Arrow Connector 15">
            <a:extLst>
              <a:ext uri="{FF2B5EF4-FFF2-40B4-BE49-F238E27FC236}">
                <a16:creationId xmlns:a16="http://schemas.microsoft.com/office/drawing/2014/main" id="{29429A82-2A93-EE0A-7771-B3B09740D22E}"/>
              </a:ext>
            </a:extLst>
          </p:cNvPr>
          <p:cNvCxnSpPr/>
          <p:nvPr/>
        </p:nvCxnSpPr>
        <p:spPr>
          <a:xfrm>
            <a:off x="559594" y="4941092"/>
            <a:ext cx="11108529" cy="59531"/>
          </a:xfrm>
          <a:prstGeom prst="straightConnector1">
            <a:avLst/>
          </a:prstGeom>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2068118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D3F07-314A-EB1F-F0C4-671492D22D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ACC9A0-3E22-F9F8-95F3-72E36D1C1F38}"/>
              </a:ext>
            </a:extLst>
          </p:cNvPr>
          <p:cNvSpPr>
            <a:spLocks noGrp="1"/>
          </p:cNvSpPr>
          <p:nvPr>
            <p:ph idx="1"/>
          </p:nvPr>
        </p:nvSpPr>
        <p:spPr>
          <a:xfrm>
            <a:off x="630382" y="237382"/>
            <a:ext cx="3296011" cy="1321198"/>
          </a:xfrm>
        </p:spPr>
        <p:txBody>
          <a:bodyPr vert="horz" lIns="91440" tIns="45720" rIns="91440" bIns="45720" rtlCol="0" anchor="t">
            <a:normAutofit lnSpcReduction="10000"/>
          </a:bodyPr>
          <a:lstStyle/>
          <a:p>
            <a:pPr marL="0" indent="0">
              <a:buNone/>
            </a:pPr>
            <a:r>
              <a:rPr lang="en-US" sz="2000" b="1"/>
              <a:t>Layoff</a:t>
            </a:r>
          </a:p>
          <a:p>
            <a:r>
              <a:rPr lang="en-CA" sz="2000"/>
              <a:t>Is the card a valid addition to the meld?</a:t>
            </a:r>
          </a:p>
          <a:p>
            <a:r>
              <a:rPr lang="en-CA" sz="2000"/>
              <a:t>Similar to meld function</a:t>
            </a:r>
          </a:p>
          <a:p>
            <a:endParaRPr lang="en-CA" sz="2000"/>
          </a:p>
        </p:txBody>
      </p:sp>
      <p:sp>
        <p:nvSpPr>
          <p:cNvPr id="4" name="TextBox 3">
            <a:extLst>
              <a:ext uri="{FF2B5EF4-FFF2-40B4-BE49-F238E27FC236}">
                <a16:creationId xmlns:a16="http://schemas.microsoft.com/office/drawing/2014/main" id="{D0AE97F0-B06F-25AF-6359-9482CB43DECD}"/>
              </a:ext>
            </a:extLst>
          </p:cNvPr>
          <p:cNvSpPr txBox="1"/>
          <p:nvPr/>
        </p:nvSpPr>
        <p:spPr>
          <a:xfrm>
            <a:off x="6544235" y="2189949"/>
            <a:ext cx="2950668" cy="3934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5" name="TextBox 14">
            <a:extLst>
              <a:ext uri="{FF2B5EF4-FFF2-40B4-BE49-F238E27FC236}">
                <a16:creationId xmlns:a16="http://schemas.microsoft.com/office/drawing/2014/main" id="{BC4CE7F2-5BA5-7C86-68B0-8F7BCC4B0F2A}"/>
              </a:ext>
            </a:extLst>
          </p:cNvPr>
          <p:cNvSpPr txBox="1"/>
          <p:nvPr/>
        </p:nvSpPr>
        <p:spPr>
          <a:xfrm>
            <a:off x="8602695" y="5441305"/>
            <a:ext cx="3017042" cy="10515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CA" sz="2000" b="1"/>
              <a:t>If the card is valid...</a:t>
            </a:r>
            <a:endParaRPr lang="en-US" sz="2000"/>
          </a:p>
          <a:p>
            <a:pPr marL="285750" indent="-285750">
              <a:lnSpc>
                <a:spcPct val="90000"/>
              </a:lnSpc>
              <a:spcBef>
                <a:spcPts val="1000"/>
              </a:spcBef>
              <a:buFont typeface="Arial"/>
              <a:buChar char="•"/>
            </a:pPr>
            <a:r>
              <a:rPr lang="en-CA" sz="2000"/>
              <a:t>Add it to the meld</a:t>
            </a:r>
            <a:endParaRPr lang="en-US" sz="2000"/>
          </a:p>
          <a:p>
            <a:pPr algn="l"/>
            <a:endParaRPr lang="en-US"/>
          </a:p>
        </p:txBody>
      </p:sp>
      <p:cxnSp>
        <p:nvCxnSpPr>
          <p:cNvPr id="16" name="Straight Arrow Connector 15">
            <a:extLst>
              <a:ext uri="{FF2B5EF4-FFF2-40B4-BE49-F238E27FC236}">
                <a16:creationId xmlns:a16="http://schemas.microsoft.com/office/drawing/2014/main" id="{909D7948-E5CF-15B9-4424-FAC9FC60872C}"/>
              </a:ext>
            </a:extLst>
          </p:cNvPr>
          <p:cNvCxnSpPr/>
          <p:nvPr/>
        </p:nvCxnSpPr>
        <p:spPr>
          <a:xfrm>
            <a:off x="335151" y="4060705"/>
            <a:ext cx="11108529" cy="59531"/>
          </a:xfrm>
          <a:prstGeom prst="straightConnector1">
            <a:avLst/>
          </a:prstGeom>
          <a:ln/>
        </p:spPr>
        <p:style>
          <a:lnRef idx="3">
            <a:schemeClr val="accent2"/>
          </a:lnRef>
          <a:fillRef idx="0">
            <a:schemeClr val="accent2"/>
          </a:fillRef>
          <a:effectRef idx="2">
            <a:schemeClr val="accent2"/>
          </a:effectRef>
          <a:fontRef idx="minor">
            <a:schemeClr val="tx1"/>
          </a:fontRef>
        </p:style>
      </p:cxnSp>
      <p:pic>
        <p:nvPicPr>
          <p:cNvPr id="10" name="Picture 9">
            <a:extLst>
              <a:ext uri="{FF2B5EF4-FFF2-40B4-BE49-F238E27FC236}">
                <a16:creationId xmlns:a16="http://schemas.microsoft.com/office/drawing/2014/main" id="{53F1894C-4483-A095-CB81-8B245BFD0A06}"/>
              </a:ext>
            </a:extLst>
          </p:cNvPr>
          <p:cNvPicPr>
            <a:picLocks noChangeAspect="1"/>
          </p:cNvPicPr>
          <p:nvPr/>
        </p:nvPicPr>
        <p:blipFill>
          <a:blip r:embed="rId2"/>
          <a:stretch>
            <a:fillRect/>
          </a:stretch>
        </p:blipFill>
        <p:spPr>
          <a:xfrm>
            <a:off x="92088" y="1973661"/>
            <a:ext cx="6840728" cy="4519214"/>
          </a:xfrm>
          <a:prstGeom prst="rect">
            <a:avLst/>
          </a:prstGeom>
        </p:spPr>
      </p:pic>
      <p:pic>
        <p:nvPicPr>
          <p:cNvPr id="7" name="Picture 6">
            <a:extLst>
              <a:ext uri="{FF2B5EF4-FFF2-40B4-BE49-F238E27FC236}">
                <a16:creationId xmlns:a16="http://schemas.microsoft.com/office/drawing/2014/main" id="{5583CCA6-2FF4-652F-E64D-65E5E53054B9}"/>
              </a:ext>
            </a:extLst>
          </p:cNvPr>
          <p:cNvPicPr>
            <a:picLocks noChangeAspect="1"/>
          </p:cNvPicPr>
          <p:nvPr/>
        </p:nvPicPr>
        <p:blipFill>
          <a:blip r:embed="rId3"/>
          <a:stretch>
            <a:fillRect/>
          </a:stretch>
        </p:blipFill>
        <p:spPr>
          <a:xfrm>
            <a:off x="6349425" y="80800"/>
            <a:ext cx="5951230" cy="3853405"/>
          </a:xfrm>
          <a:prstGeom prst="rect">
            <a:avLst/>
          </a:prstGeom>
        </p:spPr>
      </p:pic>
      <p:pic>
        <p:nvPicPr>
          <p:cNvPr id="12" name="Picture 11">
            <a:extLst>
              <a:ext uri="{FF2B5EF4-FFF2-40B4-BE49-F238E27FC236}">
                <a16:creationId xmlns:a16="http://schemas.microsoft.com/office/drawing/2014/main" id="{F6D9A79D-C633-F938-B978-CD9AA813FC6F}"/>
              </a:ext>
            </a:extLst>
          </p:cNvPr>
          <p:cNvPicPr>
            <a:picLocks noChangeAspect="1"/>
          </p:cNvPicPr>
          <p:nvPr/>
        </p:nvPicPr>
        <p:blipFill>
          <a:blip r:embed="rId4"/>
          <a:stretch>
            <a:fillRect/>
          </a:stretch>
        </p:blipFill>
        <p:spPr>
          <a:xfrm>
            <a:off x="6344349" y="4207793"/>
            <a:ext cx="4694042" cy="1233512"/>
          </a:xfrm>
          <a:prstGeom prst="rect">
            <a:avLst/>
          </a:prstGeom>
        </p:spPr>
      </p:pic>
    </p:spTree>
    <p:extLst>
      <p:ext uri="{BB962C8B-B14F-4D97-AF65-F5344CB8AC3E}">
        <p14:creationId xmlns:p14="http://schemas.microsoft.com/office/powerpoint/2010/main" val="42430405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C0DCD72-B3B9-7AEF-A553-D1519E4DB391}"/>
              </a:ext>
            </a:extLst>
          </p:cNvPr>
          <p:cNvSpPr>
            <a:spLocks noGrp="1"/>
          </p:cNvSpPr>
          <p:nvPr>
            <p:ph type="title"/>
          </p:nvPr>
        </p:nvSpPr>
        <p:spPr>
          <a:xfrm>
            <a:off x="479394" y="1070800"/>
            <a:ext cx="3939688" cy="5583126"/>
          </a:xfrm>
        </p:spPr>
        <p:txBody>
          <a:bodyPr>
            <a:normAutofit/>
          </a:bodyPr>
          <a:lstStyle/>
          <a:p>
            <a:pPr algn="r"/>
            <a:r>
              <a:rPr lang="en-US" sz="8000"/>
              <a:t>Results</a:t>
            </a:r>
          </a:p>
        </p:txBody>
      </p:sp>
      <p:cxnSp>
        <p:nvCxnSpPr>
          <p:cNvPr id="19" name="Straight Connector 18">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7EA7E482-E549-D6CB-FEEB-A1F3E3362958}"/>
              </a:ext>
            </a:extLst>
          </p:cNvPr>
          <p:cNvGraphicFramePr>
            <a:graphicFrameLocks noGrp="1"/>
          </p:cNvGraphicFramePr>
          <p:nvPr>
            <p:ph idx="1"/>
            <p:extLst>
              <p:ext uri="{D42A27DB-BD31-4B8C-83A1-F6EECF244321}">
                <p14:modId xmlns:p14="http://schemas.microsoft.com/office/powerpoint/2010/main" val="3244685235"/>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75718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23641FF6-ED27-A495-5171-9F0C0B25619D}"/>
              </a:ext>
            </a:extLst>
          </p:cNvPr>
          <p:cNvSpPr>
            <a:spLocks noGrp="1"/>
          </p:cNvSpPr>
          <p:nvPr>
            <p:ph type="title"/>
          </p:nvPr>
        </p:nvSpPr>
        <p:spPr>
          <a:xfrm>
            <a:off x="479394" y="1070800"/>
            <a:ext cx="3939688" cy="5583126"/>
          </a:xfrm>
        </p:spPr>
        <p:txBody>
          <a:bodyPr>
            <a:normAutofit/>
          </a:bodyPr>
          <a:lstStyle/>
          <a:p>
            <a:pPr algn="r"/>
            <a:r>
              <a:rPr lang="en-US" sz="6200"/>
              <a:t>Conclusion and Future Work</a:t>
            </a:r>
          </a:p>
        </p:txBody>
      </p:sp>
      <p:cxnSp>
        <p:nvCxnSpPr>
          <p:cNvPr id="23" name="Straight Connector 2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34B63850-91D4-6E24-32B7-B76C98321C64}"/>
              </a:ext>
            </a:extLst>
          </p:cNvPr>
          <p:cNvGraphicFramePr>
            <a:graphicFrameLocks noGrp="1"/>
          </p:cNvGraphicFramePr>
          <p:nvPr>
            <p:ph idx="1"/>
            <p:extLst>
              <p:ext uri="{D42A27DB-BD31-4B8C-83A1-F6EECF244321}">
                <p14:modId xmlns:p14="http://schemas.microsoft.com/office/powerpoint/2010/main" val="725473169"/>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155291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FFDAD37E-738E-7F90-D255-75DFA029BD47}"/>
              </a:ext>
            </a:extLst>
          </p:cNvPr>
          <p:cNvSpPr>
            <a:spLocks noGrp="1"/>
          </p:cNvSpPr>
          <p:nvPr>
            <p:ph type="title"/>
          </p:nvPr>
        </p:nvSpPr>
        <p:spPr>
          <a:xfrm>
            <a:off x="479394" y="1070800"/>
            <a:ext cx="3939688" cy="5583126"/>
          </a:xfrm>
        </p:spPr>
        <p:txBody>
          <a:bodyPr>
            <a:normAutofit/>
          </a:bodyPr>
          <a:lstStyle/>
          <a:p>
            <a:pPr algn="r"/>
            <a:r>
              <a:rPr lang="en-CA" sz="5000"/>
              <a:t>Development Tools &amp; External Materials</a:t>
            </a:r>
          </a:p>
        </p:txBody>
      </p:sp>
      <p:cxnSp>
        <p:nvCxnSpPr>
          <p:cNvPr id="12" name="Straight Connector 11">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A56045EC-4C0C-211A-6FCD-3984D1119DCB}"/>
              </a:ext>
            </a:extLst>
          </p:cNvPr>
          <p:cNvGraphicFramePr>
            <a:graphicFrameLocks noGrp="1"/>
          </p:cNvGraphicFramePr>
          <p:nvPr>
            <p:ph idx="1"/>
            <p:extLst>
              <p:ext uri="{D42A27DB-BD31-4B8C-83A1-F6EECF244321}">
                <p14:modId xmlns:p14="http://schemas.microsoft.com/office/powerpoint/2010/main" val="4192390692"/>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997002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E2BA2BD9-7B54-4190-8F06-3EF3658A0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84F9D61-9303-40B4-9F7E-66A9B4EDC4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right modern kitchen">
            <a:extLst>
              <a:ext uri="{FF2B5EF4-FFF2-40B4-BE49-F238E27FC236}">
                <a16:creationId xmlns:a16="http://schemas.microsoft.com/office/drawing/2014/main" id="{6DFA00C3-6FB0-90E5-C503-8036E64410DA}"/>
              </a:ext>
            </a:extLst>
          </p:cNvPr>
          <p:cNvPicPr>
            <a:picLocks noChangeAspect="1"/>
          </p:cNvPicPr>
          <p:nvPr/>
        </p:nvPicPr>
        <p:blipFill>
          <a:blip r:embed="rId2"/>
          <a:srcRect t="10005"/>
          <a:stretch/>
        </p:blipFill>
        <p:spPr>
          <a:xfrm>
            <a:off x="-1" y="-1"/>
            <a:ext cx="11416413" cy="6858001"/>
          </a:xfrm>
          <a:prstGeom prst="rect">
            <a:avLst/>
          </a:prstGeom>
          <a:effectLst>
            <a:outerShdw blurRad="596900" dist="330200" dir="8820000" sx="87000" sy="87000" algn="ctr" rotWithShape="0">
              <a:srgbClr val="000000">
                <a:alpha val="29000"/>
              </a:srgbClr>
            </a:outerShdw>
          </a:effectLst>
        </p:spPr>
      </p:pic>
      <p:sp>
        <p:nvSpPr>
          <p:cNvPr id="13" name="Overlay">
            <a:extLst>
              <a:ext uri="{FF2B5EF4-FFF2-40B4-BE49-F238E27FC236}">
                <a16:creationId xmlns:a16="http://schemas.microsoft.com/office/drawing/2014/main" id="{648D746A-0359-4EAE-8CF9-062E28169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58714" y="258715"/>
            <a:ext cx="6858000" cy="6340569"/>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E3DA8D-9711-376E-B631-2AB880587AB0}"/>
              </a:ext>
            </a:extLst>
          </p:cNvPr>
          <p:cNvSpPr>
            <a:spLocks noGrp="1"/>
          </p:cNvSpPr>
          <p:nvPr>
            <p:ph type="title"/>
          </p:nvPr>
        </p:nvSpPr>
        <p:spPr>
          <a:xfrm>
            <a:off x="589558" y="1948171"/>
            <a:ext cx="4501057" cy="2661313"/>
          </a:xfrm>
        </p:spPr>
        <p:txBody>
          <a:bodyPr vert="horz" lIns="91440" tIns="45720" rIns="91440" bIns="45720" rtlCol="0" anchor="b">
            <a:normAutofit/>
          </a:bodyPr>
          <a:lstStyle/>
          <a:p>
            <a:r>
              <a:rPr lang="en-US" sz="4800">
                <a:solidFill>
                  <a:srgbClr val="FFFFFF"/>
                </a:solidFill>
              </a:rPr>
              <a:t>Thank You </a:t>
            </a:r>
            <a:r>
              <a:rPr lang="en-US" sz="4800">
                <a:solidFill>
                  <a:srgbClr val="FFFFFF"/>
                </a:solidFill>
                <a:sym typeface="Wingdings" panose="05000000000000000000" pitchFamily="2" charset="2"/>
              </a:rPr>
              <a:t></a:t>
            </a:r>
            <a:endParaRPr lang="en-US" sz="4800">
              <a:solidFill>
                <a:srgbClr val="FFFFFF"/>
              </a:solidFill>
            </a:endParaRPr>
          </a:p>
        </p:txBody>
      </p:sp>
    </p:spTree>
    <p:extLst>
      <p:ext uri="{BB962C8B-B14F-4D97-AF65-F5344CB8AC3E}">
        <p14:creationId xmlns:p14="http://schemas.microsoft.com/office/powerpoint/2010/main" val="42170555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1972</Words>
  <Application>Microsoft Office PowerPoint</Application>
  <PresentationFormat>Widescreen</PresentationFormat>
  <Paragraphs>148</Paragraphs>
  <Slides>17</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Aptos Display</vt:lpstr>
      <vt:lpstr>Arial</vt:lpstr>
      <vt:lpstr>Consolas</vt:lpstr>
      <vt:lpstr>Symbol</vt:lpstr>
      <vt:lpstr>Times New Roman</vt:lpstr>
      <vt:lpstr>Wingdings</vt:lpstr>
      <vt:lpstr>Office Theme</vt:lpstr>
      <vt:lpstr>Rummy Card Game</vt:lpstr>
      <vt:lpstr>Table of Contents</vt:lpstr>
      <vt:lpstr>Objective</vt:lpstr>
      <vt:lpstr>About Rummy</vt:lpstr>
      <vt:lpstr>Problem Statement</vt:lpstr>
      <vt:lpstr>Why Rummy?</vt:lpstr>
      <vt:lpstr>Solution Methodology</vt:lpstr>
      <vt:lpstr>Experimental Framework </vt:lpstr>
      <vt:lpstr>Process, Challenges, and Lessons</vt:lpstr>
      <vt:lpstr>Timeline</vt:lpstr>
      <vt:lpstr>How the Code Works</vt:lpstr>
      <vt:lpstr>Code</vt:lpstr>
      <vt:lpstr>PowerPoint Presentation</vt:lpstr>
      <vt:lpstr>Results</vt:lpstr>
      <vt:lpstr>Conclusion and Future Work</vt:lpstr>
      <vt:lpstr>Development Tools &amp; External Materials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Ruhani Jindal</dc:creator>
  <cp:lastModifiedBy>Ruhani Jindal</cp:lastModifiedBy>
  <cp:revision>2</cp:revision>
  <dcterms:created xsi:type="dcterms:W3CDTF">2025-03-11T16:15:39Z</dcterms:created>
  <dcterms:modified xsi:type="dcterms:W3CDTF">2025-03-27T14:08:14Z</dcterms:modified>
</cp:coreProperties>
</file>